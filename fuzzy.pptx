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9" r:id="rId1"/>
  </p:sldMasterIdLst>
  <p:notesMasterIdLst>
    <p:notesMasterId r:id="rId13"/>
  </p:notesMasterIdLst>
  <p:sldIdLst>
    <p:sldId id="256" r:id="rId2"/>
    <p:sldId id="264" r:id="rId3"/>
    <p:sldId id="272" r:id="rId4"/>
    <p:sldId id="273" r:id="rId5"/>
    <p:sldId id="274" r:id="rId6"/>
    <p:sldId id="275" r:id="rId7"/>
    <p:sldId id="276" r:id="rId8"/>
    <p:sldId id="277" r:id="rId9"/>
    <p:sldId id="278" r:id="rId10"/>
    <p:sldId id="279" r:id="rId11"/>
    <p:sldId id="280" r:id="rId12"/>
  </p:sldIdLst>
  <p:sldSz cx="9144000" cy="5143500" type="screen16x9"/>
  <p:notesSz cx="6858000" cy="9144000"/>
  <p:embeddedFontLst>
    <p:embeddedFont>
      <p:font typeface="Roboto" panose="02000000000000000000" pitchFamily="2" charset="0"/>
      <p:regular r:id="rId14"/>
      <p:bold r:id="rId15"/>
      <p:italic r:id="rId16"/>
      <p:boldItalic r:id="rId17"/>
    </p:embeddedFont>
    <p:embeddedFont>
      <p:font typeface="Roboto Slab" pitchFamily="2" charset="0"/>
      <p:regular r:id="rId18"/>
      <p:bold r:id="rId19"/>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DE68A"/>
    <a:srgbClr val="FDBA74"/>
    <a:srgbClr val="A78BFA"/>
    <a:srgbClr val="86EFAC"/>
    <a:srgbClr val="7DD3FC"/>
    <a:srgbClr val="D1D5DB"/>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865"/>
    <p:restoredTop sz="94667"/>
  </p:normalViewPr>
  <p:slideViewPr>
    <p:cSldViewPr snapToGrid="0">
      <p:cViewPr varScale="1">
        <p:scale>
          <a:sx n="193" d="100"/>
          <a:sy n="193" d="100"/>
        </p:scale>
        <p:origin x="216" y="304"/>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18" Type="http://schemas.openxmlformats.org/officeDocument/2006/relationships/font" Target="fonts/font5.fntdata"/><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4.fntdata"/><Relationship Id="rId2" Type="http://schemas.openxmlformats.org/officeDocument/2006/relationships/slide" Target="slides/slide1.xml"/><Relationship Id="rId16" Type="http://schemas.openxmlformats.org/officeDocument/2006/relationships/font" Target="fonts/font3.fntdata"/><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font" Target="fonts/font2.fntdata"/><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font" Target="fonts/font6.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1.fntdata"/><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317500">
              <a:spcBef>
                <a:spcPts val="0"/>
              </a:spcBef>
              <a:spcAft>
                <a:spcPts val="0"/>
              </a:spcAft>
              <a:buSzPts val="1400"/>
              <a:buChar char="●"/>
              <a:defRPr sz="1100"/>
            </a:lvl1pPr>
            <a:lvl2pPr marL="914400" lvl="1" indent="-317500">
              <a:spcBef>
                <a:spcPts val="0"/>
              </a:spcBef>
              <a:spcAft>
                <a:spcPts val="0"/>
              </a:spcAft>
              <a:buSzPts val="1400"/>
              <a:buChar char="○"/>
              <a:defRPr sz="1100"/>
            </a:lvl2pPr>
            <a:lvl3pPr marL="1371600" lvl="2" indent="-317500">
              <a:spcBef>
                <a:spcPts val="0"/>
              </a:spcBef>
              <a:spcAft>
                <a:spcPts val="0"/>
              </a:spcAft>
              <a:buSzPts val="1400"/>
              <a:buChar char="■"/>
              <a:defRPr sz="1100"/>
            </a:lvl3pPr>
            <a:lvl4pPr marL="1828800" lvl="3" indent="-317500">
              <a:spcBef>
                <a:spcPts val="0"/>
              </a:spcBef>
              <a:spcAft>
                <a:spcPts val="0"/>
              </a:spcAft>
              <a:buSzPts val="1400"/>
              <a:buChar char="●"/>
              <a:defRPr sz="1100"/>
            </a:lvl4pPr>
            <a:lvl5pPr marL="2286000" lvl="4" indent="-317500">
              <a:spcBef>
                <a:spcPts val="0"/>
              </a:spcBef>
              <a:spcAft>
                <a:spcPts val="0"/>
              </a:spcAft>
              <a:buSzPts val="1400"/>
              <a:buChar char="○"/>
              <a:defRPr sz="1100"/>
            </a:lvl5pPr>
            <a:lvl6pPr marL="2743200" lvl="5" indent="-317500">
              <a:spcBef>
                <a:spcPts val="0"/>
              </a:spcBef>
              <a:spcAft>
                <a:spcPts val="0"/>
              </a:spcAft>
              <a:buSzPts val="1400"/>
              <a:buChar char="■"/>
              <a:defRPr sz="1100"/>
            </a:lvl6pPr>
            <a:lvl7pPr marL="3200400" lvl="6" indent="-317500">
              <a:spcBef>
                <a:spcPts val="0"/>
              </a:spcBef>
              <a:spcAft>
                <a:spcPts val="0"/>
              </a:spcAft>
              <a:buSzPts val="1400"/>
              <a:buChar char="●"/>
              <a:defRPr sz="1100"/>
            </a:lvl7pPr>
            <a:lvl8pPr marL="3657600" lvl="7" indent="-317500">
              <a:spcBef>
                <a:spcPts val="0"/>
              </a:spcBef>
              <a:spcAft>
                <a:spcPts val="0"/>
              </a:spcAft>
              <a:buSzPts val="1400"/>
              <a:buChar char="○"/>
              <a:defRPr sz="1100"/>
            </a:lvl8pPr>
            <a:lvl9pPr marL="4114800" lvl="8" indent="-317500">
              <a:spcBef>
                <a:spcPts val="0"/>
              </a:spcBef>
              <a:spcAft>
                <a:spcPts val="0"/>
              </a:spcAft>
              <a:buSzPts val="14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
        <p:cNvGrpSpPr/>
        <p:nvPr/>
      </p:nvGrpSpPr>
      <p:grpSpPr>
        <a:xfrm>
          <a:off x="0" y="0"/>
          <a:ext cx="0" cy="0"/>
          <a:chOff x="0" y="0"/>
          <a:chExt cx="0" cy="0"/>
        </a:xfrm>
      </p:grpSpPr>
      <p:sp>
        <p:nvSpPr>
          <p:cNvPr id="60" name="Google Shape;60;gc6f75fceb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1" name="Google Shape;61;gc6f75fceb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1"/>
        <p:cNvGrpSpPr/>
        <p:nvPr/>
      </p:nvGrpSpPr>
      <p:grpSpPr>
        <a:xfrm>
          <a:off x="0" y="0"/>
          <a:ext cx="0" cy="0"/>
          <a:chOff x="0" y="0"/>
          <a:chExt cx="0" cy="0"/>
        </a:xfrm>
      </p:grpSpPr>
      <p:sp>
        <p:nvSpPr>
          <p:cNvPr id="112" name="Google Shape;112;gc6f75fceb_0_6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3" name="Google Shape;113;gc6f75fceb_0_6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GB" sz="1100" b="0" i="0" u="none" strike="noStrike" cap="none" dirty="0">
                <a:solidFill>
                  <a:srgbClr val="000000"/>
                </a:solidFill>
                <a:effectLst/>
                <a:latin typeface="Arial"/>
                <a:ea typeface="Arial"/>
                <a:cs typeface="Arial"/>
                <a:sym typeface="Arial"/>
              </a:rPr>
              <a:t>The core problem we wanted to tackle is that standard apps like Google Maps use incredibly rigid </a:t>
            </a:r>
            <a:r>
              <a:rPr lang="en-GB" sz="1100" b="0" i="0" u="none" strike="noStrike" cap="none" dirty="0" err="1">
                <a:solidFill>
                  <a:srgbClr val="000000"/>
                </a:solidFill>
                <a:effectLst/>
                <a:latin typeface="Arial"/>
                <a:ea typeface="Arial"/>
                <a:cs typeface="Arial"/>
                <a:sym typeface="Arial"/>
              </a:rPr>
              <a:t>boolean</a:t>
            </a:r>
            <a:r>
              <a:rPr lang="en-GB" sz="1100" b="0" i="0" u="none" strike="noStrike" cap="none" dirty="0">
                <a:solidFill>
                  <a:srgbClr val="000000"/>
                </a:solidFill>
                <a:effectLst/>
                <a:latin typeface="Arial"/>
                <a:ea typeface="Arial"/>
                <a:cs typeface="Arial"/>
                <a:sym typeface="Arial"/>
              </a:rPr>
              <a:t> filters. If you filter for a hotel under $100, and a great place is $101, it’s completely eliminated from your search. Plus, standard apps really struggle to weigh multiple human needs at once. We wanted to build something that mimics human trade-offs rather than just doing a hard binary sort.</a:t>
            </a:r>
            <a:endParaRPr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1">
          <a:extLst>
            <a:ext uri="{FF2B5EF4-FFF2-40B4-BE49-F238E27FC236}">
              <a16:creationId xmlns:a16="http://schemas.microsoft.com/office/drawing/2014/main" id="{10D99265-3550-2D68-52B9-87D7D18A14CB}"/>
            </a:ext>
          </a:extLst>
        </p:cNvPr>
        <p:cNvGrpSpPr/>
        <p:nvPr/>
      </p:nvGrpSpPr>
      <p:grpSpPr>
        <a:xfrm>
          <a:off x="0" y="0"/>
          <a:ext cx="0" cy="0"/>
          <a:chOff x="0" y="0"/>
          <a:chExt cx="0" cy="0"/>
        </a:xfrm>
      </p:grpSpPr>
      <p:sp>
        <p:nvSpPr>
          <p:cNvPr id="112" name="Google Shape;112;gc6f75fceb_0_65:notes">
            <a:extLst>
              <a:ext uri="{FF2B5EF4-FFF2-40B4-BE49-F238E27FC236}">
                <a16:creationId xmlns:a16="http://schemas.microsoft.com/office/drawing/2014/main" id="{1C2A2F08-BC5A-CDBE-F3F1-A9BF6AC6623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3" name="Google Shape;113;gc6f75fceb_0_65:notes">
            <a:extLst>
              <a:ext uri="{FF2B5EF4-FFF2-40B4-BE49-F238E27FC236}">
                <a16:creationId xmlns:a16="http://schemas.microsoft.com/office/drawing/2014/main" id="{2EB0E8DD-2EFD-D262-F5FE-205438FC1BC2}"/>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GB" sz="1100" b="0" i="0" u="none" strike="noStrike" cap="none" dirty="0">
                <a:solidFill>
                  <a:srgbClr val="000000"/>
                </a:solidFill>
                <a:effectLst/>
                <a:latin typeface="Arial"/>
                <a:ea typeface="Arial"/>
                <a:cs typeface="Arial"/>
                <a:sym typeface="Arial"/>
              </a:rPr>
              <a:t>that’s exactly why we chose to build a Fuzzy Logic engine. Instead of saying something either 'is' or 'isn't' affordable, we evaluate places using degrees of truth across five different categories at the same time. The goal here was to output one clear, aggregated percentage score so the user doesn’t have to do the mental gymnastics themselves.</a:t>
            </a:r>
            <a:endParaRPr dirty="0"/>
          </a:p>
        </p:txBody>
      </p:sp>
    </p:spTree>
    <p:extLst>
      <p:ext uri="{BB962C8B-B14F-4D97-AF65-F5344CB8AC3E}">
        <p14:creationId xmlns:p14="http://schemas.microsoft.com/office/powerpoint/2010/main" val="32467121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1">
          <a:extLst>
            <a:ext uri="{FF2B5EF4-FFF2-40B4-BE49-F238E27FC236}">
              <a16:creationId xmlns:a16="http://schemas.microsoft.com/office/drawing/2014/main" id="{C48D8307-1EC1-6BF0-79BC-CF163600DD1E}"/>
            </a:ext>
          </a:extLst>
        </p:cNvPr>
        <p:cNvGrpSpPr/>
        <p:nvPr/>
      </p:nvGrpSpPr>
      <p:grpSpPr>
        <a:xfrm>
          <a:off x="0" y="0"/>
          <a:ext cx="0" cy="0"/>
          <a:chOff x="0" y="0"/>
          <a:chExt cx="0" cy="0"/>
        </a:xfrm>
      </p:grpSpPr>
      <p:sp>
        <p:nvSpPr>
          <p:cNvPr id="112" name="Google Shape;112;gc6f75fceb_0_65:notes">
            <a:extLst>
              <a:ext uri="{FF2B5EF4-FFF2-40B4-BE49-F238E27FC236}">
                <a16:creationId xmlns:a16="http://schemas.microsoft.com/office/drawing/2014/main" id="{B909BAE5-1B34-D9DA-35EF-8BD660F636AA}"/>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3" name="Google Shape;113;gc6f75fceb_0_65:notes">
            <a:extLst>
              <a:ext uri="{FF2B5EF4-FFF2-40B4-BE49-F238E27FC236}">
                <a16:creationId xmlns:a16="http://schemas.microsoft.com/office/drawing/2014/main" id="{21355B09-3362-512B-D2AB-A32D90774F5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GB" sz="1100" b="0" i="0" u="none" strike="noStrike" cap="none" dirty="0">
                <a:solidFill>
                  <a:srgbClr val="000000"/>
                </a:solidFill>
                <a:effectLst/>
                <a:latin typeface="Arial"/>
                <a:ea typeface="Arial"/>
                <a:cs typeface="Arial"/>
                <a:sym typeface="Arial"/>
              </a:rPr>
              <a:t>you'll see how we pulled the baseline data to feed the engine. We used OpenStreetMap for the raw geographic data like coordinates and place types, and then we simulated Google Maps metrics for subjective things like ratings and popularity.</a:t>
            </a:r>
            <a:endParaRPr dirty="0"/>
          </a:p>
        </p:txBody>
      </p:sp>
    </p:spTree>
    <p:extLst>
      <p:ext uri="{BB962C8B-B14F-4D97-AF65-F5344CB8AC3E}">
        <p14:creationId xmlns:p14="http://schemas.microsoft.com/office/powerpoint/2010/main" val="103581133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1">
          <a:extLst>
            <a:ext uri="{FF2B5EF4-FFF2-40B4-BE49-F238E27FC236}">
              <a16:creationId xmlns:a16="http://schemas.microsoft.com/office/drawing/2014/main" id="{6996393F-A3BE-EDB2-62D0-949B43A79506}"/>
            </a:ext>
          </a:extLst>
        </p:cNvPr>
        <p:cNvGrpSpPr/>
        <p:nvPr/>
      </p:nvGrpSpPr>
      <p:grpSpPr>
        <a:xfrm>
          <a:off x="0" y="0"/>
          <a:ext cx="0" cy="0"/>
          <a:chOff x="0" y="0"/>
          <a:chExt cx="0" cy="0"/>
        </a:xfrm>
      </p:grpSpPr>
      <p:sp>
        <p:nvSpPr>
          <p:cNvPr id="112" name="Google Shape;112;gc6f75fceb_0_65:notes">
            <a:extLst>
              <a:ext uri="{FF2B5EF4-FFF2-40B4-BE49-F238E27FC236}">
                <a16:creationId xmlns:a16="http://schemas.microsoft.com/office/drawing/2014/main" id="{C7C4B5B3-A3A6-6F76-A71C-9663DB5088DB}"/>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3" name="Google Shape;113;gc6f75fceb_0_65:notes">
            <a:extLst>
              <a:ext uri="{FF2B5EF4-FFF2-40B4-BE49-F238E27FC236}">
                <a16:creationId xmlns:a16="http://schemas.microsoft.com/office/drawing/2014/main" id="{CC36E519-54A0-7172-BA07-875CCFC88A8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GB" sz="1100" b="0" i="0" u="none" strike="noStrike" cap="none" dirty="0" err="1">
                <a:solidFill>
                  <a:srgbClr val="000000"/>
                </a:solidFill>
                <a:effectLst/>
                <a:latin typeface="Arial"/>
                <a:ea typeface="Arial"/>
                <a:cs typeface="Arial"/>
                <a:sym typeface="Arial"/>
              </a:rPr>
              <a:t>Thi</a:t>
            </a:r>
            <a:r>
              <a:rPr lang="en-GB" sz="1100" b="0" i="0" u="none" strike="noStrike" cap="none" dirty="0">
                <a:solidFill>
                  <a:srgbClr val="000000"/>
                </a:solidFill>
                <a:effectLst/>
                <a:latin typeface="Arial"/>
                <a:ea typeface="Arial"/>
                <a:cs typeface="Arial"/>
                <a:sym typeface="Arial"/>
              </a:rPr>
              <a:t> is super important because of the math. We couldn't exactly throw '</a:t>
            </a:r>
            <a:r>
              <a:rPr lang="en-GB" sz="1100" b="0" i="0" u="none" strike="noStrike" cap="none" dirty="0" err="1">
                <a:solidFill>
                  <a:srgbClr val="000000"/>
                </a:solidFill>
                <a:effectLst/>
                <a:latin typeface="Arial"/>
                <a:ea typeface="Arial"/>
                <a:cs typeface="Arial"/>
                <a:sym typeface="Arial"/>
              </a:rPr>
              <a:t>kilometers</a:t>
            </a:r>
            <a:r>
              <a:rPr lang="en-GB" sz="1100" b="0" i="0" u="none" strike="noStrike" cap="none" dirty="0">
                <a:solidFill>
                  <a:srgbClr val="000000"/>
                </a:solidFill>
                <a:effectLst/>
                <a:latin typeface="Arial"/>
                <a:ea typeface="Arial"/>
                <a:cs typeface="Arial"/>
                <a:sym typeface="Arial"/>
              </a:rPr>
              <a:t>', 'currency', and '5-star ratings' into the same calculation. So the first step in our pipeline was strict normalization. We forcefully translated every single metric onto a universal 0-to-10 scale. Once everything was standardized, the engine could finally compare apples to apples</a:t>
            </a:r>
            <a:endParaRPr dirty="0"/>
          </a:p>
        </p:txBody>
      </p:sp>
    </p:spTree>
    <p:extLst>
      <p:ext uri="{BB962C8B-B14F-4D97-AF65-F5344CB8AC3E}">
        <p14:creationId xmlns:p14="http://schemas.microsoft.com/office/powerpoint/2010/main" val="79253952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1">
          <a:extLst>
            <a:ext uri="{FF2B5EF4-FFF2-40B4-BE49-F238E27FC236}">
              <a16:creationId xmlns:a16="http://schemas.microsoft.com/office/drawing/2014/main" id="{B4F89047-E82B-60BE-83C9-F98A09E50881}"/>
            </a:ext>
          </a:extLst>
        </p:cNvPr>
        <p:cNvGrpSpPr/>
        <p:nvPr/>
      </p:nvGrpSpPr>
      <p:grpSpPr>
        <a:xfrm>
          <a:off x="0" y="0"/>
          <a:ext cx="0" cy="0"/>
          <a:chOff x="0" y="0"/>
          <a:chExt cx="0" cy="0"/>
        </a:xfrm>
      </p:grpSpPr>
      <p:sp>
        <p:nvSpPr>
          <p:cNvPr id="112" name="Google Shape;112;gc6f75fceb_0_65:notes">
            <a:extLst>
              <a:ext uri="{FF2B5EF4-FFF2-40B4-BE49-F238E27FC236}">
                <a16:creationId xmlns:a16="http://schemas.microsoft.com/office/drawing/2014/main" id="{916BBA67-4FA0-3D61-F424-93ADEECDA61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3" name="Google Shape;113;gc6f75fceb_0_65:notes">
            <a:extLst>
              <a:ext uri="{FF2B5EF4-FFF2-40B4-BE49-F238E27FC236}">
                <a16:creationId xmlns:a16="http://schemas.microsoft.com/office/drawing/2014/main" id="{497B9476-5E04-AAA0-6EE3-A45571CEA2A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GB" sz="1100" b="0" i="0" u="none" strike="noStrike" cap="none" dirty="0">
                <a:solidFill>
                  <a:srgbClr val="000000"/>
                </a:solidFill>
                <a:effectLst/>
                <a:latin typeface="Arial"/>
                <a:ea typeface="Arial"/>
                <a:cs typeface="Arial"/>
                <a:sym typeface="Arial"/>
              </a:rPr>
              <a:t>this is where the real fuzzy math begins. We decided to use strictly Triangular Membership Functions. So, if a restaurant’s taste metric mapped to a 6, our system doesn't just treat it as a hard 'Medium'. Because of how the triangles overlap, the math registers it as '60% Medium, but also 40% High'. This was a deliberate choice to ensure smooth transitions and avoid any rigid threshold cliffs.</a:t>
            </a:r>
            <a:endParaRPr dirty="0"/>
          </a:p>
        </p:txBody>
      </p:sp>
    </p:spTree>
    <p:extLst>
      <p:ext uri="{BB962C8B-B14F-4D97-AF65-F5344CB8AC3E}">
        <p14:creationId xmlns:p14="http://schemas.microsoft.com/office/powerpoint/2010/main" val="198708078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1">
          <a:extLst>
            <a:ext uri="{FF2B5EF4-FFF2-40B4-BE49-F238E27FC236}">
              <a16:creationId xmlns:a16="http://schemas.microsoft.com/office/drawing/2014/main" id="{0F5813F4-59B5-6765-7A93-940105C9AA76}"/>
            </a:ext>
          </a:extLst>
        </p:cNvPr>
        <p:cNvGrpSpPr/>
        <p:nvPr/>
      </p:nvGrpSpPr>
      <p:grpSpPr>
        <a:xfrm>
          <a:off x="0" y="0"/>
          <a:ext cx="0" cy="0"/>
          <a:chOff x="0" y="0"/>
          <a:chExt cx="0" cy="0"/>
        </a:xfrm>
      </p:grpSpPr>
      <p:sp>
        <p:nvSpPr>
          <p:cNvPr id="112" name="Google Shape;112;gc6f75fceb_0_65:notes">
            <a:extLst>
              <a:ext uri="{FF2B5EF4-FFF2-40B4-BE49-F238E27FC236}">
                <a16:creationId xmlns:a16="http://schemas.microsoft.com/office/drawing/2014/main" id="{ACD84E1E-7864-3508-46EC-30325F536C8B}"/>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3" name="Google Shape;113;gc6f75fceb_0_65:notes">
            <a:extLst>
              <a:ext uri="{FF2B5EF4-FFF2-40B4-BE49-F238E27FC236}">
                <a16:creationId xmlns:a16="http://schemas.microsoft.com/office/drawing/2014/main" id="{488E5CF6-D056-1EB1-EAB2-B7C0541DDA5B}"/>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GB" sz="1100" b="0" i="0" u="none" strike="noStrike" cap="none" dirty="0">
                <a:solidFill>
                  <a:srgbClr val="000000"/>
                </a:solidFill>
                <a:effectLst/>
                <a:latin typeface="Arial"/>
                <a:ea typeface="Arial"/>
                <a:cs typeface="Arial"/>
                <a:sym typeface="Arial"/>
              </a:rPr>
              <a:t>This the brain of the engine. We manually programmed a rule base of about 50 IF-THEN statements. For example, </a:t>
            </a:r>
            <a:r>
              <a:rPr lang="en-GB" sz="1100" b="0" i="1" u="none" strike="noStrike" cap="none" dirty="0">
                <a:solidFill>
                  <a:srgbClr val="000000"/>
                </a:solidFill>
                <a:effectLst/>
                <a:latin typeface="Arial"/>
                <a:ea typeface="Arial"/>
                <a:cs typeface="Arial"/>
                <a:sym typeface="Arial"/>
              </a:rPr>
              <a:t>'IF Taste is High AND Quality is High, then the score is 95.'</a:t>
            </a:r>
            <a:r>
              <a:rPr lang="en-GB" sz="1100" b="0" i="0" u="none" strike="noStrike" cap="none" dirty="0">
                <a:solidFill>
                  <a:srgbClr val="000000"/>
                </a:solidFill>
                <a:effectLst/>
                <a:latin typeface="Arial"/>
                <a:ea typeface="Arial"/>
                <a:cs typeface="Arial"/>
                <a:sym typeface="Arial"/>
              </a:rPr>
              <a:t> For the logical 'AND' condition, we explicitly used the MIN operator. We built it this way so that if a place has 90% High Taste but only 20% High Quality, it bottlenecks the rule strength to 20%. It prevents a place from gaming the system if it fails a crucial parameter</a:t>
            </a:r>
            <a:endParaRPr dirty="0"/>
          </a:p>
        </p:txBody>
      </p:sp>
    </p:spTree>
    <p:extLst>
      <p:ext uri="{BB962C8B-B14F-4D97-AF65-F5344CB8AC3E}">
        <p14:creationId xmlns:p14="http://schemas.microsoft.com/office/powerpoint/2010/main" val="342227141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1">
          <a:extLst>
            <a:ext uri="{FF2B5EF4-FFF2-40B4-BE49-F238E27FC236}">
              <a16:creationId xmlns:a16="http://schemas.microsoft.com/office/drawing/2014/main" id="{EAA78168-023A-8699-C97F-B94924D10679}"/>
            </a:ext>
          </a:extLst>
        </p:cNvPr>
        <p:cNvGrpSpPr/>
        <p:nvPr/>
      </p:nvGrpSpPr>
      <p:grpSpPr>
        <a:xfrm>
          <a:off x="0" y="0"/>
          <a:ext cx="0" cy="0"/>
          <a:chOff x="0" y="0"/>
          <a:chExt cx="0" cy="0"/>
        </a:xfrm>
      </p:grpSpPr>
      <p:sp>
        <p:nvSpPr>
          <p:cNvPr id="112" name="Google Shape;112;gc6f75fceb_0_65:notes">
            <a:extLst>
              <a:ext uri="{FF2B5EF4-FFF2-40B4-BE49-F238E27FC236}">
                <a16:creationId xmlns:a16="http://schemas.microsoft.com/office/drawing/2014/main" id="{6A5932D7-2AAB-A146-4120-0C7BECD896BB}"/>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3" name="Google Shape;113;gc6f75fceb_0_65:notes">
            <a:extLst>
              <a:ext uri="{FF2B5EF4-FFF2-40B4-BE49-F238E27FC236}">
                <a16:creationId xmlns:a16="http://schemas.microsoft.com/office/drawing/2014/main" id="{7FB5E1E0-22CE-E0AD-DC76-C19F6975216B}"/>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r>
              <a:rPr lang="en-GB" dirty="0"/>
              <a:t>Since we have around 50 rules, a handful of them will fire simultaneously. Slide 8 shows our Defuzzification strategy. We went with the Weighted Average Method—essentially a </a:t>
            </a:r>
            <a:r>
              <a:rPr lang="en-GB" dirty="0" err="1"/>
              <a:t>Center</a:t>
            </a:r>
            <a:r>
              <a:rPr lang="en-GB" dirty="0"/>
              <a:t> of Gravity check. We multiply the output of every triggered rule by its individual mathematical strength, and then average them out. This safely compresses all the overlapping logic back down into one real number.</a:t>
            </a:r>
          </a:p>
          <a:p>
            <a:pPr marL="0" lvl="0" indent="0" algn="l" rtl="0">
              <a:spcBef>
                <a:spcPts val="0"/>
              </a:spcBef>
              <a:spcAft>
                <a:spcPts val="0"/>
              </a:spcAft>
              <a:buNone/>
            </a:pPr>
            <a:endParaRPr dirty="0"/>
          </a:p>
        </p:txBody>
      </p:sp>
    </p:spTree>
    <p:extLst>
      <p:ext uri="{BB962C8B-B14F-4D97-AF65-F5344CB8AC3E}">
        <p14:creationId xmlns:p14="http://schemas.microsoft.com/office/powerpoint/2010/main" val="392785418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1">
          <a:extLst>
            <a:ext uri="{FF2B5EF4-FFF2-40B4-BE49-F238E27FC236}">
              <a16:creationId xmlns:a16="http://schemas.microsoft.com/office/drawing/2014/main" id="{5CA31C74-324E-1D55-BA8B-06E2D0A507C3}"/>
            </a:ext>
          </a:extLst>
        </p:cNvPr>
        <p:cNvGrpSpPr/>
        <p:nvPr/>
      </p:nvGrpSpPr>
      <p:grpSpPr>
        <a:xfrm>
          <a:off x="0" y="0"/>
          <a:ext cx="0" cy="0"/>
          <a:chOff x="0" y="0"/>
          <a:chExt cx="0" cy="0"/>
        </a:xfrm>
      </p:grpSpPr>
      <p:sp>
        <p:nvSpPr>
          <p:cNvPr id="112" name="Google Shape;112;gc6f75fceb_0_65:notes">
            <a:extLst>
              <a:ext uri="{FF2B5EF4-FFF2-40B4-BE49-F238E27FC236}">
                <a16:creationId xmlns:a16="http://schemas.microsoft.com/office/drawing/2014/main" id="{7544AEB3-9E59-530C-3D4C-1CC0957B494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3" name="Google Shape;113;gc6f75fceb_0_65:notes">
            <a:extLst>
              <a:ext uri="{FF2B5EF4-FFF2-40B4-BE49-F238E27FC236}">
                <a16:creationId xmlns:a16="http://schemas.microsoft.com/office/drawing/2014/main" id="{DC274997-7ED9-CB3A-AFDE-CA7651D0786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r>
              <a:rPr lang="en-GB" sz="1100" b="0" i="0" u="none" strike="noStrike" cap="none" dirty="0">
                <a:solidFill>
                  <a:srgbClr val="000000"/>
                </a:solidFill>
                <a:effectLst/>
                <a:latin typeface="Arial"/>
                <a:ea typeface="Arial"/>
                <a:cs typeface="Arial"/>
                <a:sym typeface="Arial"/>
              </a:rPr>
              <a:t>Slide 9 just brings it back to the user experience. All that heavy fuzzy math collapses down into a single 'Sustainability Score' out of 100, alongside a simple linguistic label like 'Very Good'. We wanted to make sure the interface felt totally human-readable.</a:t>
            </a:r>
            <a:endParaRPr dirty="0"/>
          </a:p>
        </p:txBody>
      </p:sp>
    </p:spTree>
    <p:extLst>
      <p:ext uri="{BB962C8B-B14F-4D97-AF65-F5344CB8AC3E}">
        <p14:creationId xmlns:p14="http://schemas.microsoft.com/office/powerpoint/2010/main" val="16408792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1">
          <a:extLst>
            <a:ext uri="{FF2B5EF4-FFF2-40B4-BE49-F238E27FC236}">
              <a16:creationId xmlns:a16="http://schemas.microsoft.com/office/drawing/2014/main" id="{0AA8AA64-8A6F-CAFE-22C1-7DF6174D2505}"/>
            </a:ext>
          </a:extLst>
        </p:cNvPr>
        <p:cNvGrpSpPr/>
        <p:nvPr/>
      </p:nvGrpSpPr>
      <p:grpSpPr>
        <a:xfrm>
          <a:off x="0" y="0"/>
          <a:ext cx="0" cy="0"/>
          <a:chOff x="0" y="0"/>
          <a:chExt cx="0" cy="0"/>
        </a:xfrm>
      </p:grpSpPr>
      <p:sp>
        <p:nvSpPr>
          <p:cNvPr id="112" name="Google Shape;112;gc6f75fceb_0_65:notes">
            <a:extLst>
              <a:ext uri="{FF2B5EF4-FFF2-40B4-BE49-F238E27FC236}">
                <a16:creationId xmlns:a16="http://schemas.microsoft.com/office/drawing/2014/main" id="{26F5198D-575D-359B-88DA-E851869BF45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3" name="Google Shape;113;gc6f75fceb_0_65:notes">
            <a:extLst>
              <a:ext uri="{FF2B5EF4-FFF2-40B4-BE49-F238E27FC236}">
                <a16:creationId xmlns:a16="http://schemas.microsoft.com/office/drawing/2014/main" id="{FC0D03B3-4F70-7137-62E2-E488654F9C56}"/>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GB" sz="1100" b="0" i="0" u="none" strike="noStrike" cap="none" dirty="0">
                <a:solidFill>
                  <a:srgbClr val="000000"/>
                </a:solidFill>
                <a:effectLst/>
                <a:latin typeface="Arial"/>
                <a:ea typeface="Arial"/>
                <a:cs typeface="Arial"/>
                <a:sym typeface="Arial"/>
              </a:rPr>
              <a:t>And finally on Slide 10, just a quick note on the architecture. We built this entirely in Vanilla JavaScript to run natively in the browser's DOM. We didn't want to rely on backend server calls to process the math, so the system instantly crunches thousands of rules client-side</a:t>
            </a:r>
            <a:endParaRPr dirty="0"/>
          </a:p>
        </p:txBody>
      </p:sp>
    </p:spTree>
    <p:extLst>
      <p:ext uri="{BB962C8B-B14F-4D97-AF65-F5344CB8AC3E}">
        <p14:creationId xmlns:p14="http://schemas.microsoft.com/office/powerpoint/2010/main" val="262761980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1">
          <a:extLst>
            <a:ext uri="{FF2B5EF4-FFF2-40B4-BE49-F238E27FC236}">
              <a16:creationId xmlns:a16="http://schemas.microsoft.com/office/drawing/2014/main" id="{C667E997-AD5B-2C2A-930D-E0F4ED99B8EA}"/>
            </a:ext>
          </a:extLst>
        </p:cNvPr>
        <p:cNvGrpSpPr/>
        <p:nvPr/>
      </p:nvGrpSpPr>
      <p:grpSpPr>
        <a:xfrm>
          <a:off x="0" y="0"/>
          <a:ext cx="0" cy="0"/>
          <a:chOff x="0" y="0"/>
          <a:chExt cx="0" cy="0"/>
        </a:xfrm>
      </p:grpSpPr>
      <p:sp>
        <p:nvSpPr>
          <p:cNvPr id="112" name="Google Shape;112;gc6f75fceb_0_65:notes">
            <a:extLst>
              <a:ext uri="{FF2B5EF4-FFF2-40B4-BE49-F238E27FC236}">
                <a16:creationId xmlns:a16="http://schemas.microsoft.com/office/drawing/2014/main" id="{B5BDA35B-3A87-0CEA-1E0F-A1D3E730B08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3" name="Google Shape;113;gc6f75fceb_0_65:notes">
            <a:extLst>
              <a:ext uri="{FF2B5EF4-FFF2-40B4-BE49-F238E27FC236}">
                <a16:creationId xmlns:a16="http://schemas.microsoft.com/office/drawing/2014/main" id="{C7C7BB41-A03D-7F9F-8638-27D7C6FFB68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5140475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p:nvPr/>
        </p:nvSpPr>
        <p:spPr>
          <a:xfrm>
            <a:off x="1524800" y="672606"/>
            <a:ext cx="1081625" cy="1124950"/>
          </a:xfrm>
          <a:custGeom>
            <a:avLst/>
            <a:gdLst/>
            <a:ahLst/>
            <a:cxnLst/>
            <a:rect l="l" t="t" r="r" b="b"/>
            <a:pathLst>
              <a:path w="43265" h="44998" extrusionOk="0">
                <a:moveTo>
                  <a:pt x="0" y="44998"/>
                </a:moveTo>
                <a:lnTo>
                  <a:pt x="0" y="0"/>
                </a:lnTo>
                <a:lnTo>
                  <a:pt x="43265" y="0"/>
                </a:lnTo>
              </a:path>
            </a:pathLst>
          </a:custGeom>
          <a:noFill/>
          <a:ln w="28575" cap="flat" cmpd="sng">
            <a:solidFill>
              <a:schemeClr val="accent5"/>
            </a:solidFill>
            <a:prstDash val="solid"/>
            <a:miter lim="8000"/>
            <a:headEnd type="none" w="sm" len="sm"/>
            <a:tailEnd type="none" w="sm" len="sm"/>
          </a:ln>
        </p:spPr>
        <p:txBody>
          <a:bodyPr/>
          <a:lstStyle/>
          <a:p>
            <a:endParaRPr lang="en-CH"/>
          </a:p>
        </p:txBody>
      </p:sp>
      <p:sp>
        <p:nvSpPr>
          <p:cNvPr id="11" name="Google Shape;11;p2"/>
          <p:cNvSpPr/>
          <p:nvPr/>
        </p:nvSpPr>
        <p:spPr>
          <a:xfrm rot="10800000">
            <a:off x="6537563" y="3342925"/>
            <a:ext cx="1081625" cy="1124950"/>
          </a:xfrm>
          <a:custGeom>
            <a:avLst/>
            <a:gdLst/>
            <a:ahLst/>
            <a:cxnLst/>
            <a:rect l="l" t="t" r="r" b="b"/>
            <a:pathLst>
              <a:path w="43265" h="44998" extrusionOk="0">
                <a:moveTo>
                  <a:pt x="0" y="44998"/>
                </a:moveTo>
                <a:lnTo>
                  <a:pt x="0" y="0"/>
                </a:lnTo>
                <a:lnTo>
                  <a:pt x="43265" y="0"/>
                </a:lnTo>
              </a:path>
            </a:pathLst>
          </a:custGeom>
          <a:noFill/>
          <a:ln w="28575" cap="flat" cmpd="sng">
            <a:solidFill>
              <a:schemeClr val="accent5"/>
            </a:solidFill>
            <a:prstDash val="solid"/>
            <a:miter lim="8000"/>
            <a:headEnd type="none" w="sm" len="sm"/>
            <a:tailEnd type="none" w="sm" len="sm"/>
          </a:ln>
        </p:spPr>
        <p:txBody>
          <a:bodyPr/>
          <a:lstStyle/>
          <a:p>
            <a:endParaRPr lang="en-CH"/>
          </a:p>
        </p:txBody>
      </p:sp>
      <p:cxnSp>
        <p:nvCxnSpPr>
          <p:cNvPr id="12" name="Google Shape;12;p2"/>
          <p:cNvCxnSpPr/>
          <p:nvPr/>
        </p:nvCxnSpPr>
        <p:spPr>
          <a:xfrm>
            <a:off x="4359602" y="2817464"/>
            <a:ext cx="424800" cy="0"/>
          </a:xfrm>
          <a:prstGeom prst="straightConnector1">
            <a:avLst/>
          </a:prstGeom>
          <a:noFill/>
          <a:ln w="38100" cap="flat" cmpd="sng">
            <a:solidFill>
              <a:schemeClr val="accent4"/>
            </a:solidFill>
            <a:prstDash val="solid"/>
            <a:round/>
            <a:headEnd type="none" w="sm" len="sm"/>
            <a:tailEnd type="none" w="sm" len="sm"/>
          </a:ln>
        </p:spPr>
      </p:cxnSp>
      <p:sp>
        <p:nvSpPr>
          <p:cNvPr id="13" name="Google Shape;13;p2"/>
          <p:cNvSpPr txBox="1">
            <a:spLocks noGrp="1"/>
          </p:cNvSpPr>
          <p:nvPr>
            <p:ph type="ctrTitle"/>
          </p:nvPr>
        </p:nvSpPr>
        <p:spPr>
          <a:xfrm>
            <a:off x="1680302" y="1188925"/>
            <a:ext cx="5783400" cy="1457400"/>
          </a:xfrm>
          <a:prstGeom prst="rect">
            <a:avLst/>
          </a:prstGeom>
        </p:spPr>
        <p:txBody>
          <a:bodyPr spcFirstLastPara="1" wrap="square" lIns="91425" tIns="91425" rIns="91425" bIns="91425" anchor="b" anchorCtr="0">
            <a:noAutofit/>
          </a:bodyPr>
          <a:lstStyle>
            <a:lvl1pPr lvl="0" algn="ctr">
              <a:spcBef>
                <a:spcPts val="0"/>
              </a:spcBef>
              <a:spcAft>
                <a:spcPts val="0"/>
              </a:spcAft>
              <a:buSzPts val="4000"/>
              <a:buNone/>
              <a:defRPr sz="4000"/>
            </a:lvl1pPr>
            <a:lvl2pPr lvl="1" algn="ctr">
              <a:spcBef>
                <a:spcPts val="0"/>
              </a:spcBef>
              <a:spcAft>
                <a:spcPts val="0"/>
              </a:spcAft>
              <a:buSzPts val="4000"/>
              <a:buNone/>
              <a:defRPr sz="4000"/>
            </a:lvl2pPr>
            <a:lvl3pPr lvl="2" algn="ctr">
              <a:spcBef>
                <a:spcPts val="0"/>
              </a:spcBef>
              <a:spcAft>
                <a:spcPts val="0"/>
              </a:spcAft>
              <a:buSzPts val="4000"/>
              <a:buNone/>
              <a:defRPr sz="4000"/>
            </a:lvl3pPr>
            <a:lvl4pPr lvl="3" algn="ctr">
              <a:spcBef>
                <a:spcPts val="0"/>
              </a:spcBef>
              <a:spcAft>
                <a:spcPts val="0"/>
              </a:spcAft>
              <a:buSzPts val="4000"/>
              <a:buNone/>
              <a:defRPr sz="4000"/>
            </a:lvl4pPr>
            <a:lvl5pPr lvl="4" algn="ctr">
              <a:spcBef>
                <a:spcPts val="0"/>
              </a:spcBef>
              <a:spcAft>
                <a:spcPts val="0"/>
              </a:spcAft>
              <a:buSzPts val="4000"/>
              <a:buNone/>
              <a:defRPr sz="4000"/>
            </a:lvl5pPr>
            <a:lvl6pPr lvl="5" algn="ctr">
              <a:spcBef>
                <a:spcPts val="0"/>
              </a:spcBef>
              <a:spcAft>
                <a:spcPts val="0"/>
              </a:spcAft>
              <a:buSzPts val="4000"/>
              <a:buNone/>
              <a:defRPr sz="4000"/>
            </a:lvl6pPr>
            <a:lvl7pPr lvl="6" algn="ctr">
              <a:spcBef>
                <a:spcPts val="0"/>
              </a:spcBef>
              <a:spcAft>
                <a:spcPts val="0"/>
              </a:spcAft>
              <a:buSzPts val="4000"/>
              <a:buNone/>
              <a:defRPr sz="4000"/>
            </a:lvl7pPr>
            <a:lvl8pPr lvl="7" algn="ctr">
              <a:spcBef>
                <a:spcPts val="0"/>
              </a:spcBef>
              <a:spcAft>
                <a:spcPts val="0"/>
              </a:spcAft>
              <a:buSzPts val="4000"/>
              <a:buNone/>
              <a:defRPr sz="4000"/>
            </a:lvl8pPr>
            <a:lvl9pPr lvl="8" algn="ctr">
              <a:spcBef>
                <a:spcPts val="0"/>
              </a:spcBef>
              <a:spcAft>
                <a:spcPts val="0"/>
              </a:spcAft>
              <a:buSzPts val="4000"/>
              <a:buNone/>
              <a:defRPr sz="4000"/>
            </a:lvl9pPr>
          </a:lstStyle>
          <a:p>
            <a:endParaRPr/>
          </a:p>
        </p:txBody>
      </p:sp>
      <p:sp>
        <p:nvSpPr>
          <p:cNvPr id="14" name="Google Shape;14;p2"/>
          <p:cNvSpPr txBox="1">
            <a:spLocks noGrp="1"/>
          </p:cNvSpPr>
          <p:nvPr>
            <p:ph type="subTitle" idx="1"/>
          </p:nvPr>
        </p:nvSpPr>
        <p:spPr>
          <a:xfrm>
            <a:off x="1680302" y="3049450"/>
            <a:ext cx="5783400" cy="909000"/>
          </a:xfrm>
          <a:prstGeom prst="rect">
            <a:avLst/>
          </a:prstGeom>
        </p:spPr>
        <p:txBody>
          <a:bodyPr spcFirstLastPara="1" wrap="square" lIns="91425" tIns="91425" rIns="91425" bIns="91425" anchor="t" anchorCtr="0">
            <a:noAutofit/>
          </a:bodyPr>
          <a:lstStyle>
            <a:lvl1pPr lvl="0" algn="ctr">
              <a:lnSpc>
                <a:spcPct val="100000"/>
              </a:lnSpc>
              <a:spcBef>
                <a:spcPts val="0"/>
              </a:spcBef>
              <a:spcAft>
                <a:spcPts val="0"/>
              </a:spcAft>
              <a:buClr>
                <a:schemeClr val="accent5"/>
              </a:buClr>
              <a:buSzPts val="2400"/>
              <a:buFont typeface="Roboto Slab"/>
              <a:buNone/>
              <a:defRPr sz="2400">
                <a:solidFill>
                  <a:schemeClr val="accent5"/>
                </a:solidFill>
                <a:latin typeface="Roboto Slab"/>
                <a:ea typeface="Roboto Slab"/>
                <a:cs typeface="Roboto Slab"/>
                <a:sym typeface="Roboto Slab"/>
              </a:defRPr>
            </a:lvl1pPr>
            <a:lvl2pPr lvl="1" algn="ctr">
              <a:lnSpc>
                <a:spcPct val="100000"/>
              </a:lnSpc>
              <a:spcBef>
                <a:spcPts val="0"/>
              </a:spcBef>
              <a:spcAft>
                <a:spcPts val="0"/>
              </a:spcAft>
              <a:buClr>
                <a:schemeClr val="accent5"/>
              </a:buClr>
              <a:buSzPts val="2400"/>
              <a:buFont typeface="Roboto Slab"/>
              <a:buNone/>
              <a:defRPr sz="2400">
                <a:solidFill>
                  <a:schemeClr val="accent5"/>
                </a:solidFill>
                <a:latin typeface="Roboto Slab"/>
                <a:ea typeface="Roboto Slab"/>
                <a:cs typeface="Roboto Slab"/>
                <a:sym typeface="Roboto Slab"/>
              </a:defRPr>
            </a:lvl2pPr>
            <a:lvl3pPr lvl="2" algn="ctr">
              <a:lnSpc>
                <a:spcPct val="100000"/>
              </a:lnSpc>
              <a:spcBef>
                <a:spcPts val="0"/>
              </a:spcBef>
              <a:spcAft>
                <a:spcPts val="0"/>
              </a:spcAft>
              <a:buClr>
                <a:schemeClr val="accent5"/>
              </a:buClr>
              <a:buSzPts val="2400"/>
              <a:buFont typeface="Roboto Slab"/>
              <a:buNone/>
              <a:defRPr sz="2400">
                <a:solidFill>
                  <a:schemeClr val="accent5"/>
                </a:solidFill>
                <a:latin typeface="Roboto Slab"/>
                <a:ea typeface="Roboto Slab"/>
                <a:cs typeface="Roboto Slab"/>
                <a:sym typeface="Roboto Slab"/>
              </a:defRPr>
            </a:lvl3pPr>
            <a:lvl4pPr lvl="3" algn="ctr">
              <a:lnSpc>
                <a:spcPct val="100000"/>
              </a:lnSpc>
              <a:spcBef>
                <a:spcPts val="0"/>
              </a:spcBef>
              <a:spcAft>
                <a:spcPts val="0"/>
              </a:spcAft>
              <a:buClr>
                <a:schemeClr val="accent5"/>
              </a:buClr>
              <a:buSzPts val="2400"/>
              <a:buFont typeface="Roboto Slab"/>
              <a:buNone/>
              <a:defRPr sz="2400">
                <a:solidFill>
                  <a:schemeClr val="accent5"/>
                </a:solidFill>
                <a:latin typeface="Roboto Slab"/>
                <a:ea typeface="Roboto Slab"/>
                <a:cs typeface="Roboto Slab"/>
                <a:sym typeface="Roboto Slab"/>
              </a:defRPr>
            </a:lvl4pPr>
            <a:lvl5pPr lvl="4" algn="ctr">
              <a:lnSpc>
                <a:spcPct val="100000"/>
              </a:lnSpc>
              <a:spcBef>
                <a:spcPts val="0"/>
              </a:spcBef>
              <a:spcAft>
                <a:spcPts val="0"/>
              </a:spcAft>
              <a:buClr>
                <a:schemeClr val="accent5"/>
              </a:buClr>
              <a:buSzPts val="2400"/>
              <a:buFont typeface="Roboto Slab"/>
              <a:buNone/>
              <a:defRPr sz="2400">
                <a:solidFill>
                  <a:schemeClr val="accent5"/>
                </a:solidFill>
                <a:latin typeface="Roboto Slab"/>
                <a:ea typeface="Roboto Slab"/>
                <a:cs typeface="Roboto Slab"/>
                <a:sym typeface="Roboto Slab"/>
              </a:defRPr>
            </a:lvl5pPr>
            <a:lvl6pPr lvl="5" algn="ctr">
              <a:lnSpc>
                <a:spcPct val="100000"/>
              </a:lnSpc>
              <a:spcBef>
                <a:spcPts val="0"/>
              </a:spcBef>
              <a:spcAft>
                <a:spcPts val="0"/>
              </a:spcAft>
              <a:buClr>
                <a:schemeClr val="accent5"/>
              </a:buClr>
              <a:buSzPts val="2400"/>
              <a:buFont typeface="Roboto Slab"/>
              <a:buNone/>
              <a:defRPr sz="2400">
                <a:solidFill>
                  <a:schemeClr val="accent5"/>
                </a:solidFill>
                <a:latin typeface="Roboto Slab"/>
                <a:ea typeface="Roboto Slab"/>
                <a:cs typeface="Roboto Slab"/>
                <a:sym typeface="Roboto Slab"/>
              </a:defRPr>
            </a:lvl6pPr>
            <a:lvl7pPr lvl="6" algn="ctr">
              <a:lnSpc>
                <a:spcPct val="100000"/>
              </a:lnSpc>
              <a:spcBef>
                <a:spcPts val="0"/>
              </a:spcBef>
              <a:spcAft>
                <a:spcPts val="0"/>
              </a:spcAft>
              <a:buClr>
                <a:schemeClr val="accent5"/>
              </a:buClr>
              <a:buSzPts val="2400"/>
              <a:buFont typeface="Roboto Slab"/>
              <a:buNone/>
              <a:defRPr sz="2400">
                <a:solidFill>
                  <a:schemeClr val="accent5"/>
                </a:solidFill>
                <a:latin typeface="Roboto Slab"/>
                <a:ea typeface="Roboto Slab"/>
                <a:cs typeface="Roboto Slab"/>
                <a:sym typeface="Roboto Slab"/>
              </a:defRPr>
            </a:lvl7pPr>
            <a:lvl8pPr lvl="7" algn="ctr">
              <a:lnSpc>
                <a:spcPct val="100000"/>
              </a:lnSpc>
              <a:spcBef>
                <a:spcPts val="0"/>
              </a:spcBef>
              <a:spcAft>
                <a:spcPts val="0"/>
              </a:spcAft>
              <a:buClr>
                <a:schemeClr val="accent5"/>
              </a:buClr>
              <a:buSzPts val="2400"/>
              <a:buFont typeface="Roboto Slab"/>
              <a:buNone/>
              <a:defRPr sz="2400">
                <a:solidFill>
                  <a:schemeClr val="accent5"/>
                </a:solidFill>
                <a:latin typeface="Roboto Slab"/>
                <a:ea typeface="Roboto Slab"/>
                <a:cs typeface="Roboto Slab"/>
                <a:sym typeface="Roboto Slab"/>
              </a:defRPr>
            </a:lvl8pPr>
            <a:lvl9pPr lvl="8" algn="ctr">
              <a:lnSpc>
                <a:spcPct val="100000"/>
              </a:lnSpc>
              <a:spcBef>
                <a:spcPts val="0"/>
              </a:spcBef>
              <a:spcAft>
                <a:spcPts val="0"/>
              </a:spcAft>
              <a:buClr>
                <a:schemeClr val="accent5"/>
              </a:buClr>
              <a:buSzPts val="2400"/>
              <a:buFont typeface="Roboto Slab"/>
              <a:buNone/>
              <a:defRPr sz="2400">
                <a:solidFill>
                  <a:schemeClr val="accent5"/>
                </a:solidFill>
                <a:latin typeface="Roboto Slab"/>
                <a:ea typeface="Roboto Slab"/>
                <a:cs typeface="Roboto Slab"/>
                <a:sym typeface="Roboto Slab"/>
              </a:defRPr>
            </a:lvl9pPr>
          </a:lstStyle>
          <a:p>
            <a:endParaRPr/>
          </a:p>
        </p:txBody>
      </p:sp>
      <p:sp>
        <p:nvSpPr>
          <p:cNvPr id="15" name="Google Shape;15;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6"/>
        <p:cNvGrpSpPr/>
        <p:nvPr/>
      </p:nvGrpSpPr>
      <p:grpSpPr>
        <a:xfrm>
          <a:off x="0" y="0"/>
          <a:ext cx="0" cy="0"/>
          <a:chOff x="0" y="0"/>
          <a:chExt cx="0" cy="0"/>
        </a:xfrm>
      </p:grpSpPr>
      <p:cxnSp>
        <p:nvCxnSpPr>
          <p:cNvPr id="17" name="Google Shape;17;p3"/>
          <p:cNvCxnSpPr/>
          <p:nvPr/>
        </p:nvCxnSpPr>
        <p:spPr>
          <a:xfrm>
            <a:off x="4359602" y="2817464"/>
            <a:ext cx="424800" cy="0"/>
          </a:xfrm>
          <a:prstGeom prst="straightConnector1">
            <a:avLst/>
          </a:prstGeom>
          <a:noFill/>
          <a:ln w="38100" cap="flat" cmpd="sng">
            <a:solidFill>
              <a:schemeClr val="accent4"/>
            </a:solidFill>
            <a:prstDash val="solid"/>
            <a:round/>
            <a:headEnd type="none" w="sm" len="sm"/>
            <a:tailEnd type="none" w="sm" len="sm"/>
          </a:ln>
        </p:spPr>
      </p:cxnSp>
      <p:sp>
        <p:nvSpPr>
          <p:cNvPr id="18" name="Google Shape;18;p3"/>
          <p:cNvSpPr txBox="1">
            <a:spLocks noGrp="1"/>
          </p:cNvSpPr>
          <p:nvPr>
            <p:ph type="title"/>
          </p:nvPr>
        </p:nvSpPr>
        <p:spPr>
          <a:xfrm>
            <a:off x="480750" y="1764950"/>
            <a:ext cx="8222100" cy="907500"/>
          </a:xfrm>
          <a:prstGeom prst="rect">
            <a:avLst/>
          </a:prstGeom>
        </p:spPr>
        <p:txBody>
          <a:bodyPr spcFirstLastPara="1" wrap="square" lIns="91425" tIns="91425" rIns="91425" bIns="91425" anchor="b" anchorCtr="0">
            <a:noAutofit/>
          </a:bodyPr>
          <a:lstStyle>
            <a:lvl1pPr lvl="0" algn="ctr">
              <a:spcBef>
                <a:spcPts val="0"/>
              </a:spcBef>
              <a:spcAft>
                <a:spcPts val="0"/>
              </a:spcAft>
              <a:buSzPts val="4800"/>
              <a:buNone/>
              <a:defRPr sz="4800"/>
            </a:lvl1pPr>
            <a:lvl2pPr lvl="1" algn="ctr">
              <a:spcBef>
                <a:spcPts val="0"/>
              </a:spcBef>
              <a:spcAft>
                <a:spcPts val="0"/>
              </a:spcAft>
              <a:buSzPts val="4800"/>
              <a:buNone/>
              <a:defRPr sz="4800"/>
            </a:lvl2pPr>
            <a:lvl3pPr lvl="2" algn="ctr">
              <a:spcBef>
                <a:spcPts val="0"/>
              </a:spcBef>
              <a:spcAft>
                <a:spcPts val="0"/>
              </a:spcAft>
              <a:buSzPts val="4800"/>
              <a:buNone/>
              <a:defRPr sz="4800"/>
            </a:lvl3pPr>
            <a:lvl4pPr lvl="3" algn="ctr">
              <a:spcBef>
                <a:spcPts val="0"/>
              </a:spcBef>
              <a:spcAft>
                <a:spcPts val="0"/>
              </a:spcAft>
              <a:buSzPts val="4800"/>
              <a:buNone/>
              <a:defRPr sz="4800"/>
            </a:lvl4pPr>
            <a:lvl5pPr lvl="4" algn="ctr">
              <a:spcBef>
                <a:spcPts val="0"/>
              </a:spcBef>
              <a:spcAft>
                <a:spcPts val="0"/>
              </a:spcAft>
              <a:buSzPts val="4800"/>
              <a:buNone/>
              <a:defRPr sz="4800"/>
            </a:lvl5pPr>
            <a:lvl6pPr lvl="5" algn="ctr">
              <a:spcBef>
                <a:spcPts val="0"/>
              </a:spcBef>
              <a:spcAft>
                <a:spcPts val="0"/>
              </a:spcAft>
              <a:buSzPts val="4800"/>
              <a:buNone/>
              <a:defRPr sz="4800"/>
            </a:lvl6pPr>
            <a:lvl7pPr lvl="6" algn="ctr">
              <a:spcBef>
                <a:spcPts val="0"/>
              </a:spcBef>
              <a:spcAft>
                <a:spcPts val="0"/>
              </a:spcAft>
              <a:buSzPts val="4800"/>
              <a:buNone/>
              <a:defRPr sz="4800"/>
            </a:lvl7pPr>
            <a:lvl8pPr lvl="7" algn="ctr">
              <a:spcBef>
                <a:spcPts val="0"/>
              </a:spcBef>
              <a:spcAft>
                <a:spcPts val="0"/>
              </a:spcAft>
              <a:buSzPts val="4800"/>
              <a:buNone/>
              <a:defRPr sz="4800"/>
            </a:lvl8pPr>
            <a:lvl9pPr lvl="8" algn="ctr">
              <a:spcBef>
                <a:spcPts val="0"/>
              </a:spcBef>
              <a:spcAft>
                <a:spcPts val="0"/>
              </a:spcAft>
              <a:buSzPts val="4800"/>
              <a:buNone/>
              <a:defRPr sz="4800"/>
            </a:lvl9pPr>
          </a:lstStyle>
          <a:p>
            <a:endParaRPr/>
          </a:p>
        </p:txBody>
      </p:sp>
      <p:sp>
        <p:nvSpPr>
          <p:cNvPr id="19" name="Google Shape;19;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5"/>
        <p:cNvGrpSpPr/>
        <p:nvPr/>
      </p:nvGrpSpPr>
      <p:grpSpPr>
        <a:xfrm>
          <a:off x="0" y="0"/>
          <a:ext cx="0" cy="0"/>
          <a:chOff x="0" y="0"/>
          <a:chExt cx="0" cy="0"/>
        </a:xfrm>
      </p:grpSpPr>
      <p:cxnSp>
        <p:nvCxnSpPr>
          <p:cNvPr id="26" name="Google Shape;26;p5"/>
          <p:cNvCxnSpPr/>
          <p:nvPr/>
        </p:nvCxnSpPr>
        <p:spPr>
          <a:xfrm>
            <a:off x="492563" y="1260284"/>
            <a:ext cx="424800" cy="0"/>
          </a:xfrm>
          <a:prstGeom prst="straightConnector1">
            <a:avLst/>
          </a:prstGeom>
          <a:noFill/>
          <a:ln w="38100" cap="flat" cmpd="sng">
            <a:solidFill>
              <a:schemeClr val="accent4"/>
            </a:solidFill>
            <a:prstDash val="solid"/>
            <a:round/>
            <a:headEnd type="none" w="sm" len="sm"/>
            <a:tailEnd type="none" w="sm" len="sm"/>
          </a:ln>
        </p:spPr>
      </p:cxnSp>
      <p:sp>
        <p:nvSpPr>
          <p:cNvPr id="27" name="Google Shape;27;p5"/>
          <p:cNvSpPr txBox="1">
            <a:spLocks noGrp="1"/>
          </p:cNvSpPr>
          <p:nvPr>
            <p:ph type="title"/>
          </p:nvPr>
        </p:nvSpPr>
        <p:spPr>
          <a:xfrm>
            <a:off x="387900" y="458025"/>
            <a:ext cx="8368200" cy="686100"/>
          </a:xfrm>
          <a:prstGeom prst="rect">
            <a:avLst/>
          </a:prstGeom>
        </p:spPr>
        <p:txBody>
          <a:bodyPr spcFirstLastPara="1" wrap="square" lIns="91425" tIns="91425" rIns="91425" bIns="91425" anchor="b" anchorCtr="0">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a:endParaRPr/>
          </a:p>
        </p:txBody>
      </p:sp>
      <p:sp>
        <p:nvSpPr>
          <p:cNvPr id="28" name="Google Shape;28;p5"/>
          <p:cNvSpPr txBox="1">
            <a:spLocks noGrp="1"/>
          </p:cNvSpPr>
          <p:nvPr>
            <p:ph type="body" idx="1"/>
          </p:nvPr>
        </p:nvSpPr>
        <p:spPr>
          <a:xfrm>
            <a:off x="387900" y="1489825"/>
            <a:ext cx="3999900" cy="3078900"/>
          </a:xfrm>
          <a:prstGeom prst="rect">
            <a:avLst/>
          </a:prstGeom>
        </p:spPr>
        <p:txBody>
          <a:bodyPr spcFirstLastPara="1" wrap="square" lIns="91425" tIns="91425" rIns="91425" bIns="91425" anchor="t" anchorCtr="0">
            <a:noAutofit/>
          </a:bodyPr>
          <a:lstStyle>
            <a:lvl1pPr marL="457200" lvl="0" indent="-317500">
              <a:spcBef>
                <a:spcPts val="0"/>
              </a:spcBef>
              <a:spcAft>
                <a:spcPts val="0"/>
              </a:spcAft>
              <a:buSzPts val="1400"/>
              <a:buChar char="●"/>
              <a:defRPr sz="1400"/>
            </a:lvl1pPr>
            <a:lvl2pPr marL="914400" lvl="1" indent="-304800">
              <a:spcBef>
                <a:spcPts val="1600"/>
              </a:spcBef>
              <a:spcAft>
                <a:spcPts val="0"/>
              </a:spcAft>
              <a:buSzPts val="1200"/>
              <a:buChar char="○"/>
              <a:defRPr sz="1200"/>
            </a:lvl2pPr>
            <a:lvl3pPr marL="1371600" lvl="2" indent="-304800">
              <a:spcBef>
                <a:spcPts val="1600"/>
              </a:spcBef>
              <a:spcAft>
                <a:spcPts val="0"/>
              </a:spcAft>
              <a:buSzPts val="1200"/>
              <a:buChar char="■"/>
              <a:defRPr sz="1200"/>
            </a:lvl3pPr>
            <a:lvl4pPr marL="1828800" lvl="3" indent="-304800">
              <a:spcBef>
                <a:spcPts val="1600"/>
              </a:spcBef>
              <a:spcAft>
                <a:spcPts val="0"/>
              </a:spcAft>
              <a:buSzPts val="1200"/>
              <a:buChar char="●"/>
              <a:defRPr sz="1200"/>
            </a:lvl4pPr>
            <a:lvl5pPr marL="2286000" lvl="4" indent="-304800">
              <a:spcBef>
                <a:spcPts val="1600"/>
              </a:spcBef>
              <a:spcAft>
                <a:spcPts val="0"/>
              </a:spcAft>
              <a:buSzPts val="1200"/>
              <a:buChar char="○"/>
              <a:defRPr sz="1200"/>
            </a:lvl5pPr>
            <a:lvl6pPr marL="2743200" lvl="5" indent="-304800">
              <a:spcBef>
                <a:spcPts val="1600"/>
              </a:spcBef>
              <a:spcAft>
                <a:spcPts val="0"/>
              </a:spcAft>
              <a:buSzPts val="1200"/>
              <a:buChar char="■"/>
              <a:defRPr sz="1200"/>
            </a:lvl6pPr>
            <a:lvl7pPr marL="3200400" lvl="6" indent="-304800">
              <a:spcBef>
                <a:spcPts val="1600"/>
              </a:spcBef>
              <a:spcAft>
                <a:spcPts val="0"/>
              </a:spcAft>
              <a:buSzPts val="1200"/>
              <a:buChar char="●"/>
              <a:defRPr sz="1200"/>
            </a:lvl7pPr>
            <a:lvl8pPr marL="3657600" lvl="7" indent="-304800">
              <a:spcBef>
                <a:spcPts val="1600"/>
              </a:spcBef>
              <a:spcAft>
                <a:spcPts val="0"/>
              </a:spcAft>
              <a:buSzPts val="1200"/>
              <a:buChar char="○"/>
              <a:defRPr sz="1200"/>
            </a:lvl8pPr>
            <a:lvl9pPr marL="4114800" lvl="8" indent="-304800">
              <a:spcBef>
                <a:spcPts val="1600"/>
              </a:spcBef>
              <a:spcAft>
                <a:spcPts val="1600"/>
              </a:spcAft>
              <a:buSzPts val="1200"/>
              <a:buChar char="■"/>
              <a:defRPr sz="1200"/>
            </a:lvl9pPr>
          </a:lstStyle>
          <a:p>
            <a:endParaRPr/>
          </a:p>
        </p:txBody>
      </p:sp>
      <p:sp>
        <p:nvSpPr>
          <p:cNvPr id="29" name="Google Shape;29;p5"/>
          <p:cNvSpPr txBox="1">
            <a:spLocks noGrp="1"/>
          </p:cNvSpPr>
          <p:nvPr>
            <p:ph type="body" idx="2"/>
          </p:nvPr>
        </p:nvSpPr>
        <p:spPr>
          <a:xfrm>
            <a:off x="4756200" y="1489825"/>
            <a:ext cx="3999900" cy="3078900"/>
          </a:xfrm>
          <a:prstGeom prst="rect">
            <a:avLst/>
          </a:prstGeom>
        </p:spPr>
        <p:txBody>
          <a:bodyPr spcFirstLastPara="1" wrap="square" lIns="91425" tIns="91425" rIns="91425" bIns="91425" anchor="t" anchorCtr="0">
            <a:noAutofit/>
          </a:bodyPr>
          <a:lstStyle>
            <a:lvl1pPr marL="457200" lvl="0" indent="-317500">
              <a:spcBef>
                <a:spcPts val="0"/>
              </a:spcBef>
              <a:spcAft>
                <a:spcPts val="0"/>
              </a:spcAft>
              <a:buSzPts val="1400"/>
              <a:buChar char="●"/>
              <a:defRPr sz="1400"/>
            </a:lvl1pPr>
            <a:lvl2pPr marL="914400" lvl="1" indent="-304800">
              <a:spcBef>
                <a:spcPts val="1600"/>
              </a:spcBef>
              <a:spcAft>
                <a:spcPts val="0"/>
              </a:spcAft>
              <a:buSzPts val="1200"/>
              <a:buChar char="○"/>
              <a:defRPr sz="1200"/>
            </a:lvl2pPr>
            <a:lvl3pPr marL="1371600" lvl="2" indent="-304800">
              <a:spcBef>
                <a:spcPts val="1600"/>
              </a:spcBef>
              <a:spcAft>
                <a:spcPts val="0"/>
              </a:spcAft>
              <a:buSzPts val="1200"/>
              <a:buChar char="■"/>
              <a:defRPr sz="1200"/>
            </a:lvl3pPr>
            <a:lvl4pPr marL="1828800" lvl="3" indent="-304800">
              <a:spcBef>
                <a:spcPts val="1600"/>
              </a:spcBef>
              <a:spcAft>
                <a:spcPts val="0"/>
              </a:spcAft>
              <a:buSzPts val="1200"/>
              <a:buChar char="●"/>
              <a:defRPr sz="1200"/>
            </a:lvl4pPr>
            <a:lvl5pPr marL="2286000" lvl="4" indent="-304800">
              <a:spcBef>
                <a:spcPts val="1600"/>
              </a:spcBef>
              <a:spcAft>
                <a:spcPts val="0"/>
              </a:spcAft>
              <a:buSzPts val="1200"/>
              <a:buChar char="○"/>
              <a:defRPr sz="1200"/>
            </a:lvl5pPr>
            <a:lvl6pPr marL="2743200" lvl="5" indent="-304800">
              <a:spcBef>
                <a:spcPts val="1600"/>
              </a:spcBef>
              <a:spcAft>
                <a:spcPts val="0"/>
              </a:spcAft>
              <a:buSzPts val="1200"/>
              <a:buChar char="■"/>
              <a:defRPr sz="1200"/>
            </a:lvl6pPr>
            <a:lvl7pPr marL="3200400" lvl="6" indent="-304800">
              <a:spcBef>
                <a:spcPts val="1600"/>
              </a:spcBef>
              <a:spcAft>
                <a:spcPts val="0"/>
              </a:spcAft>
              <a:buSzPts val="1200"/>
              <a:buChar char="●"/>
              <a:defRPr sz="1200"/>
            </a:lvl7pPr>
            <a:lvl8pPr marL="3657600" lvl="7" indent="-304800">
              <a:spcBef>
                <a:spcPts val="1600"/>
              </a:spcBef>
              <a:spcAft>
                <a:spcPts val="0"/>
              </a:spcAft>
              <a:buSzPts val="1200"/>
              <a:buChar char="○"/>
              <a:defRPr sz="1200"/>
            </a:lvl8pPr>
            <a:lvl9pPr marL="4114800" lvl="8" indent="-304800">
              <a:spcBef>
                <a:spcPts val="1600"/>
              </a:spcBef>
              <a:spcAft>
                <a:spcPts val="1600"/>
              </a:spcAft>
              <a:buSzPts val="1200"/>
              <a:buChar char="■"/>
              <a:defRPr sz="1200"/>
            </a:lvl9pPr>
          </a:lstStyle>
          <a:p>
            <a:endParaRPr/>
          </a:p>
        </p:txBody>
      </p:sp>
      <p:sp>
        <p:nvSpPr>
          <p:cNvPr id="30" name="Google Shape;30;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31"/>
        <p:cNvGrpSpPr/>
        <p:nvPr/>
      </p:nvGrpSpPr>
      <p:grpSpPr>
        <a:xfrm>
          <a:off x="0" y="0"/>
          <a:ext cx="0" cy="0"/>
          <a:chOff x="0" y="0"/>
          <a:chExt cx="0" cy="0"/>
        </a:xfrm>
      </p:grpSpPr>
      <p:sp>
        <p:nvSpPr>
          <p:cNvPr id="32" name="Google Shape;32;p6"/>
          <p:cNvSpPr txBox="1">
            <a:spLocks noGrp="1"/>
          </p:cNvSpPr>
          <p:nvPr>
            <p:ph type="title"/>
          </p:nvPr>
        </p:nvSpPr>
        <p:spPr>
          <a:xfrm>
            <a:off x="387900" y="458025"/>
            <a:ext cx="8368200" cy="686100"/>
          </a:xfrm>
          <a:prstGeom prst="rect">
            <a:avLst/>
          </a:prstGeom>
        </p:spPr>
        <p:txBody>
          <a:bodyPr spcFirstLastPara="1" wrap="square" lIns="91425" tIns="91425" rIns="91425" bIns="91425" anchor="b" anchorCtr="0">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a:endParaRPr/>
          </a:p>
        </p:txBody>
      </p:sp>
      <p:sp>
        <p:nvSpPr>
          <p:cNvPr id="33" name="Google Shape;33;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34"/>
        <p:cNvGrpSpPr/>
        <p:nvPr/>
      </p:nvGrpSpPr>
      <p:grpSpPr>
        <a:xfrm>
          <a:off x="0" y="0"/>
          <a:ext cx="0" cy="0"/>
          <a:chOff x="0" y="0"/>
          <a:chExt cx="0" cy="0"/>
        </a:xfrm>
      </p:grpSpPr>
      <p:cxnSp>
        <p:nvCxnSpPr>
          <p:cNvPr id="35" name="Google Shape;35;p7"/>
          <p:cNvCxnSpPr/>
          <p:nvPr/>
        </p:nvCxnSpPr>
        <p:spPr>
          <a:xfrm>
            <a:off x="489218" y="1412277"/>
            <a:ext cx="331500" cy="0"/>
          </a:xfrm>
          <a:prstGeom prst="straightConnector1">
            <a:avLst/>
          </a:prstGeom>
          <a:noFill/>
          <a:ln w="38100" cap="flat" cmpd="sng">
            <a:solidFill>
              <a:schemeClr val="accent4"/>
            </a:solidFill>
            <a:prstDash val="solid"/>
            <a:round/>
            <a:headEnd type="none" w="sm" len="sm"/>
            <a:tailEnd type="none" w="sm" len="sm"/>
          </a:ln>
        </p:spPr>
      </p:cxnSp>
      <p:sp>
        <p:nvSpPr>
          <p:cNvPr id="36" name="Google Shape;36;p7"/>
          <p:cNvSpPr txBox="1">
            <a:spLocks noGrp="1"/>
          </p:cNvSpPr>
          <p:nvPr>
            <p:ph type="title"/>
          </p:nvPr>
        </p:nvSpPr>
        <p:spPr>
          <a:xfrm>
            <a:off x="387900" y="555600"/>
            <a:ext cx="2808000" cy="755700"/>
          </a:xfrm>
          <a:prstGeom prst="rect">
            <a:avLst/>
          </a:prstGeom>
        </p:spPr>
        <p:txBody>
          <a:bodyPr spcFirstLastPara="1" wrap="square" lIns="91425" tIns="91425" rIns="91425" bIns="91425" anchor="b" anchorCtr="0">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37" name="Google Shape;37;p7"/>
          <p:cNvSpPr txBox="1">
            <a:spLocks noGrp="1"/>
          </p:cNvSpPr>
          <p:nvPr>
            <p:ph type="body" idx="1"/>
          </p:nvPr>
        </p:nvSpPr>
        <p:spPr>
          <a:xfrm>
            <a:off x="387900" y="1594025"/>
            <a:ext cx="2808000" cy="2681100"/>
          </a:xfrm>
          <a:prstGeom prst="rect">
            <a:avLst/>
          </a:prstGeom>
        </p:spPr>
        <p:txBody>
          <a:bodyPr spcFirstLastPara="1" wrap="square" lIns="91425" tIns="91425" rIns="91425" bIns="91425" anchor="t" anchorCtr="0">
            <a:noAutofit/>
          </a:bodyPr>
          <a:lstStyle>
            <a:lvl1pPr marL="457200" lvl="0" indent="-304800">
              <a:spcBef>
                <a:spcPts val="0"/>
              </a:spcBef>
              <a:spcAft>
                <a:spcPts val="0"/>
              </a:spcAft>
              <a:buSzPts val="1200"/>
              <a:buChar char="●"/>
              <a:defRPr sz="1200"/>
            </a:lvl1pPr>
            <a:lvl2pPr marL="914400" lvl="1" indent="-304800">
              <a:spcBef>
                <a:spcPts val="1600"/>
              </a:spcBef>
              <a:spcAft>
                <a:spcPts val="0"/>
              </a:spcAft>
              <a:buSzPts val="1200"/>
              <a:buChar char="○"/>
              <a:defRPr sz="1200"/>
            </a:lvl2pPr>
            <a:lvl3pPr marL="1371600" lvl="2" indent="-304800">
              <a:spcBef>
                <a:spcPts val="1600"/>
              </a:spcBef>
              <a:spcAft>
                <a:spcPts val="0"/>
              </a:spcAft>
              <a:buSzPts val="1200"/>
              <a:buChar char="■"/>
              <a:defRPr sz="1200"/>
            </a:lvl3pPr>
            <a:lvl4pPr marL="1828800" lvl="3" indent="-304800">
              <a:spcBef>
                <a:spcPts val="1600"/>
              </a:spcBef>
              <a:spcAft>
                <a:spcPts val="0"/>
              </a:spcAft>
              <a:buSzPts val="1200"/>
              <a:buChar char="●"/>
              <a:defRPr sz="1200"/>
            </a:lvl4pPr>
            <a:lvl5pPr marL="2286000" lvl="4" indent="-304800">
              <a:spcBef>
                <a:spcPts val="1600"/>
              </a:spcBef>
              <a:spcAft>
                <a:spcPts val="0"/>
              </a:spcAft>
              <a:buSzPts val="1200"/>
              <a:buChar char="○"/>
              <a:defRPr sz="1200"/>
            </a:lvl5pPr>
            <a:lvl6pPr marL="2743200" lvl="5" indent="-304800">
              <a:spcBef>
                <a:spcPts val="1600"/>
              </a:spcBef>
              <a:spcAft>
                <a:spcPts val="0"/>
              </a:spcAft>
              <a:buSzPts val="1200"/>
              <a:buChar char="■"/>
              <a:defRPr sz="1200"/>
            </a:lvl6pPr>
            <a:lvl7pPr marL="3200400" lvl="6" indent="-304800">
              <a:spcBef>
                <a:spcPts val="1600"/>
              </a:spcBef>
              <a:spcAft>
                <a:spcPts val="0"/>
              </a:spcAft>
              <a:buSzPts val="1200"/>
              <a:buChar char="●"/>
              <a:defRPr sz="1200"/>
            </a:lvl7pPr>
            <a:lvl8pPr marL="3657600" lvl="7" indent="-304800">
              <a:spcBef>
                <a:spcPts val="1600"/>
              </a:spcBef>
              <a:spcAft>
                <a:spcPts val="0"/>
              </a:spcAft>
              <a:buSzPts val="1200"/>
              <a:buChar char="○"/>
              <a:defRPr sz="1200"/>
            </a:lvl8pPr>
            <a:lvl9pPr marL="4114800" lvl="8" indent="-304800">
              <a:spcBef>
                <a:spcPts val="1600"/>
              </a:spcBef>
              <a:spcAft>
                <a:spcPts val="1600"/>
              </a:spcAft>
              <a:buSzPts val="1200"/>
              <a:buChar char="■"/>
              <a:defRPr sz="1200"/>
            </a:lvl9pPr>
          </a:lstStyle>
          <a:p>
            <a:endParaRPr/>
          </a:p>
        </p:txBody>
      </p:sp>
      <p:sp>
        <p:nvSpPr>
          <p:cNvPr id="38" name="Google Shape;38;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9"/>
        <p:cNvGrpSpPr/>
        <p:nvPr/>
      </p:nvGrpSpPr>
      <p:grpSpPr>
        <a:xfrm>
          <a:off x="0" y="0"/>
          <a:ext cx="0" cy="0"/>
          <a:chOff x="0" y="0"/>
          <a:chExt cx="0" cy="0"/>
        </a:xfrm>
      </p:grpSpPr>
      <p:sp>
        <p:nvSpPr>
          <p:cNvPr id="40" name="Google Shape;40;p8"/>
          <p:cNvSpPr txBox="1">
            <a:spLocks noGrp="1"/>
          </p:cNvSpPr>
          <p:nvPr>
            <p:ph type="title"/>
          </p:nvPr>
        </p:nvSpPr>
        <p:spPr>
          <a:xfrm>
            <a:off x="490250" y="526350"/>
            <a:ext cx="5618700" cy="4090800"/>
          </a:xfrm>
          <a:prstGeom prst="rect">
            <a:avLst/>
          </a:prstGeom>
        </p:spPr>
        <p:txBody>
          <a:bodyPr spcFirstLastPara="1" wrap="square" lIns="91425" tIns="91425" rIns="91425" bIns="91425" anchor="ctr" anchorCtr="0">
            <a:no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41" name="Google Shape;41;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42"/>
        <p:cNvGrpSpPr/>
        <p:nvPr/>
      </p:nvGrpSpPr>
      <p:grpSpPr>
        <a:xfrm>
          <a:off x="0" y="0"/>
          <a:ext cx="0" cy="0"/>
          <a:chOff x="0" y="0"/>
          <a:chExt cx="0" cy="0"/>
        </a:xfrm>
      </p:grpSpPr>
      <p:sp>
        <p:nvSpPr>
          <p:cNvPr id="43" name="Google Shape;43;p9"/>
          <p:cNvSpPr/>
          <p:nvPr/>
        </p:nvSpPr>
        <p:spPr>
          <a:xfrm>
            <a:off x="4572000" y="-75"/>
            <a:ext cx="4572000" cy="5143500"/>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44" name="Google Shape;44;p9"/>
          <p:cNvCxnSpPr/>
          <p:nvPr/>
        </p:nvCxnSpPr>
        <p:spPr>
          <a:xfrm>
            <a:off x="5029675" y="4495503"/>
            <a:ext cx="540900" cy="0"/>
          </a:xfrm>
          <a:prstGeom prst="straightConnector1">
            <a:avLst/>
          </a:prstGeom>
          <a:noFill/>
          <a:ln w="38100" cap="flat" cmpd="sng">
            <a:solidFill>
              <a:schemeClr val="accent5"/>
            </a:solidFill>
            <a:prstDash val="solid"/>
            <a:round/>
            <a:headEnd type="none" w="sm" len="sm"/>
            <a:tailEnd type="none" w="sm" len="sm"/>
          </a:ln>
        </p:spPr>
      </p:cxnSp>
      <p:sp>
        <p:nvSpPr>
          <p:cNvPr id="45" name="Google Shape;45;p9"/>
          <p:cNvSpPr txBox="1">
            <a:spLocks noGrp="1"/>
          </p:cNvSpPr>
          <p:nvPr>
            <p:ph type="title"/>
          </p:nvPr>
        </p:nvSpPr>
        <p:spPr>
          <a:xfrm>
            <a:off x="265500" y="1209075"/>
            <a:ext cx="4045200" cy="1506300"/>
          </a:xfrm>
          <a:prstGeom prst="rect">
            <a:avLst/>
          </a:prstGeom>
        </p:spPr>
        <p:txBody>
          <a:bodyPr spcFirstLastPara="1" wrap="square" lIns="91425" tIns="91425" rIns="91425" bIns="91425" anchor="b" anchorCtr="0">
            <a:noAutofit/>
          </a:bodyPr>
          <a:lstStyle>
            <a:lvl1pPr lvl="0" algn="ctr">
              <a:spcBef>
                <a:spcPts val="0"/>
              </a:spcBef>
              <a:spcAft>
                <a:spcPts val="0"/>
              </a:spcAft>
              <a:buSzPts val="3800"/>
              <a:buNone/>
              <a:defRPr sz="3800"/>
            </a:lvl1pPr>
            <a:lvl2pPr lvl="1" algn="ctr">
              <a:spcBef>
                <a:spcPts val="0"/>
              </a:spcBef>
              <a:spcAft>
                <a:spcPts val="0"/>
              </a:spcAft>
              <a:buSzPts val="3800"/>
              <a:buNone/>
              <a:defRPr sz="3800"/>
            </a:lvl2pPr>
            <a:lvl3pPr lvl="2" algn="ctr">
              <a:spcBef>
                <a:spcPts val="0"/>
              </a:spcBef>
              <a:spcAft>
                <a:spcPts val="0"/>
              </a:spcAft>
              <a:buSzPts val="3800"/>
              <a:buNone/>
              <a:defRPr sz="3800"/>
            </a:lvl3pPr>
            <a:lvl4pPr lvl="3" algn="ctr">
              <a:spcBef>
                <a:spcPts val="0"/>
              </a:spcBef>
              <a:spcAft>
                <a:spcPts val="0"/>
              </a:spcAft>
              <a:buSzPts val="3800"/>
              <a:buNone/>
              <a:defRPr sz="3800"/>
            </a:lvl4pPr>
            <a:lvl5pPr lvl="4" algn="ctr">
              <a:spcBef>
                <a:spcPts val="0"/>
              </a:spcBef>
              <a:spcAft>
                <a:spcPts val="0"/>
              </a:spcAft>
              <a:buSzPts val="3800"/>
              <a:buNone/>
              <a:defRPr sz="3800"/>
            </a:lvl5pPr>
            <a:lvl6pPr lvl="5" algn="ctr">
              <a:spcBef>
                <a:spcPts val="0"/>
              </a:spcBef>
              <a:spcAft>
                <a:spcPts val="0"/>
              </a:spcAft>
              <a:buSzPts val="3800"/>
              <a:buNone/>
              <a:defRPr sz="3800"/>
            </a:lvl6pPr>
            <a:lvl7pPr lvl="6" algn="ctr">
              <a:spcBef>
                <a:spcPts val="0"/>
              </a:spcBef>
              <a:spcAft>
                <a:spcPts val="0"/>
              </a:spcAft>
              <a:buSzPts val="3800"/>
              <a:buNone/>
              <a:defRPr sz="3800"/>
            </a:lvl7pPr>
            <a:lvl8pPr lvl="7" algn="ctr">
              <a:spcBef>
                <a:spcPts val="0"/>
              </a:spcBef>
              <a:spcAft>
                <a:spcPts val="0"/>
              </a:spcAft>
              <a:buSzPts val="3800"/>
              <a:buNone/>
              <a:defRPr sz="3800"/>
            </a:lvl8pPr>
            <a:lvl9pPr lvl="8" algn="ctr">
              <a:spcBef>
                <a:spcPts val="0"/>
              </a:spcBef>
              <a:spcAft>
                <a:spcPts val="0"/>
              </a:spcAft>
              <a:buSzPts val="3800"/>
              <a:buNone/>
              <a:defRPr sz="3800"/>
            </a:lvl9pPr>
          </a:lstStyle>
          <a:p>
            <a:endParaRPr/>
          </a:p>
        </p:txBody>
      </p:sp>
      <p:sp>
        <p:nvSpPr>
          <p:cNvPr id="46" name="Google Shape;46;p9"/>
          <p:cNvSpPr txBox="1">
            <a:spLocks noGrp="1"/>
          </p:cNvSpPr>
          <p:nvPr>
            <p:ph type="subTitle" idx="1"/>
          </p:nvPr>
        </p:nvSpPr>
        <p:spPr>
          <a:xfrm>
            <a:off x="265500" y="2769001"/>
            <a:ext cx="4045200" cy="1345500"/>
          </a:xfrm>
          <a:prstGeom prst="rect">
            <a:avLst/>
          </a:prstGeom>
        </p:spPr>
        <p:txBody>
          <a:bodyPr spcFirstLastPara="1" wrap="square" lIns="91425" tIns="91425" rIns="91425" bIns="91425" anchor="t" anchorCtr="0">
            <a:noAutofit/>
          </a:bodyPr>
          <a:lstStyle>
            <a:lvl1pPr lvl="0" algn="ctr">
              <a:lnSpc>
                <a:spcPct val="100000"/>
              </a:lnSpc>
              <a:spcBef>
                <a:spcPts val="0"/>
              </a:spcBef>
              <a:spcAft>
                <a:spcPts val="0"/>
              </a:spcAft>
              <a:buClr>
                <a:schemeClr val="accent5"/>
              </a:buClr>
              <a:buSzPts val="2100"/>
              <a:buNone/>
              <a:defRPr sz="2100">
                <a:solidFill>
                  <a:schemeClr val="accent5"/>
                </a:solidFill>
              </a:defRPr>
            </a:lvl1pPr>
            <a:lvl2pPr lvl="1" algn="ctr">
              <a:lnSpc>
                <a:spcPct val="100000"/>
              </a:lnSpc>
              <a:spcBef>
                <a:spcPts val="0"/>
              </a:spcBef>
              <a:spcAft>
                <a:spcPts val="0"/>
              </a:spcAft>
              <a:buClr>
                <a:schemeClr val="accent5"/>
              </a:buClr>
              <a:buSzPts val="2100"/>
              <a:buNone/>
              <a:defRPr sz="2100">
                <a:solidFill>
                  <a:schemeClr val="accent5"/>
                </a:solidFill>
              </a:defRPr>
            </a:lvl2pPr>
            <a:lvl3pPr lvl="2" algn="ctr">
              <a:lnSpc>
                <a:spcPct val="100000"/>
              </a:lnSpc>
              <a:spcBef>
                <a:spcPts val="0"/>
              </a:spcBef>
              <a:spcAft>
                <a:spcPts val="0"/>
              </a:spcAft>
              <a:buClr>
                <a:schemeClr val="accent5"/>
              </a:buClr>
              <a:buSzPts val="2100"/>
              <a:buNone/>
              <a:defRPr sz="2100">
                <a:solidFill>
                  <a:schemeClr val="accent5"/>
                </a:solidFill>
              </a:defRPr>
            </a:lvl3pPr>
            <a:lvl4pPr lvl="3" algn="ctr">
              <a:lnSpc>
                <a:spcPct val="100000"/>
              </a:lnSpc>
              <a:spcBef>
                <a:spcPts val="0"/>
              </a:spcBef>
              <a:spcAft>
                <a:spcPts val="0"/>
              </a:spcAft>
              <a:buClr>
                <a:schemeClr val="accent5"/>
              </a:buClr>
              <a:buSzPts val="2100"/>
              <a:buNone/>
              <a:defRPr sz="2100">
                <a:solidFill>
                  <a:schemeClr val="accent5"/>
                </a:solidFill>
              </a:defRPr>
            </a:lvl4pPr>
            <a:lvl5pPr lvl="4" algn="ctr">
              <a:lnSpc>
                <a:spcPct val="100000"/>
              </a:lnSpc>
              <a:spcBef>
                <a:spcPts val="0"/>
              </a:spcBef>
              <a:spcAft>
                <a:spcPts val="0"/>
              </a:spcAft>
              <a:buClr>
                <a:schemeClr val="accent5"/>
              </a:buClr>
              <a:buSzPts val="2100"/>
              <a:buNone/>
              <a:defRPr sz="2100">
                <a:solidFill>
                  <a:schemeClr val="accent5"/>
                </a:solidFill>
              </a:defRPr>
            </a:lvl5pPr>
            <a:lvl6pPr lvl="5" algn="ctr">
              <a:lnSpc>
                <a:spcPct val="100000"/>
              </a:lnSpc>
              <a:spcBef>
                <a:spcPts val="0"/>
              </a:spcBef>
              <a:spcAft>
                <a:spcPts val="0"/>
              </a:spcAft>
              <a:buClr>
                <a:schemeClr val="accent5"/>
              </a:buClr>
              <a:buSzPts val="2100"/>
              <a:buNone/>
              <a:defRPr sz="2100">
                <a:solidFill>
                  <a:schemeClr val="accent5"/>
                </a:solidFill>
              </a:defRPr>
            </a:lvl6pPr>
            <a:lvl7pPr lvl="6" algn="ctr">
              <a:lnSpc>
                <a:spcPct val="100000"/>
              </a:lnSpc>
              <a:spcBef>
                <a:spcPts val="0"/>
              </a:spcBef>
              <a:spcAft>
                <a:spcPts val="0"/>
              </a:spcAft>
              <a:buClr>
                <a:schemeClr val="accent5"/>
              </a:buClr>
              <a:buSzPts val="2100"/>
              <a:buNone/>
              <a:defRPr sz="2100">
                <a:solidFill>
                  <a:schemeClr val="accent5"/>
                </a:solidFill>
              </a:defRPr>
            </a:lvl7pPr>
            <a:lvl8pPr lvl="7" algn="ctr">
              <a:lnSpc>
                <a:spcPct val="100000"/>
              </a:lnSpc>
              <a:spcBef>
                <a:spcPts val="0"/>
              </a:spcBef>
              <a:spcAft>
                <a:spcPts val="0"/>
              </a:spcAft>
              <a:buClr>
                <a:schemeClr val="accent5"/>
              </a:buClr>
              <a:buSzPts val="2100"/>
              <a:buNone/>
              <a:defRPr sz="2100">
                <a:solidFill>
                  <a:schemeClr val="accent5"/>
                </a:solidFill>
              </a:defRPr>
            </a:lvl8pPr>
            <a:lvl9pPr lvl="8" algn="ctr">
              <a:lnSpc>
                <a:spcPct val="100000"/>
              </a:lnSpc>
              <a:spcBef>
                <a:spcPts val="0"/>
              </a:spcBef>
              <a:spcAft>
                <a:spcPts val="0"/>
              </a:spcAft>
              <a:buClr>
                <a:schemeClr val="accent5"/>
              </a:buClr>
              <a:buSzPts val="2100"/>
              <a:buNone/>
              <a:defRPr sz="2100">
                <a:solidFill>
                  <a:schemeClr val="accent5"/>
                </a:solidFill>
              </a:defRPr>
            </a:lvl9pPr>
          </a:lstStyle>
          <a:p>
            <a:endParaRPr/>
          </a:p>
        </p:txBody>
      </p:sp>
      <p:sp>
        <p:nvSpPr>
          <p:cNvPr id="47" name="Google Shape;47;p9"/>
          <p:cNvSpPr txBox="1">
            <a:spLocks noGrp="1"/>
          </p:cNvSpPr>
          <p:nvPr>
            <p:ph type="body" idx="2"/>
          </p:nvPr>
        </p:nvSpPr>
        <p:spPr>
          <a:xfrm>
            <a:off x="4939500" y="724200"/>
            <a:ext cx="3837000" cy="3695100"/>
          </a:xfrm>
          <a:prstGeom prst="rect">
            <a:avLst/>
          </a:prstGeom>
        </p:spPr>
        <p:txBody>
          <a:bodyPr spcFirstLastPara="1" wrap="square" lIns="91425" tIns="91425" rIns="91425" bIns="91425" anchor="ctr" anchorCtr="0">
            <a:noAutofit/>
          </a:bodyPr>
          <a:lstStyle>
            <a:lvl1pPr marL="457200" lvl="0" indent="-342900">
              <a:spcBef>
                <a:spcPts val="0"/>
              </a:spcBef>
              <a:spcAft>
                <a:spcPts val="0"/>
              </a:spcAft>
              <a:buSzPts val="1800"/>
              <a:buChar char="●"/>
              <a:defRPr/>
            </a:lvl1pPr>
            <a:lvl2pPr marL="914400" lvl="1" indent="-317500">
              <a:spcBef>
                <a:spcPts val="1600"/>
              </a:spcBef>
              <a:spcAft>
                <a:spcPts val="0"/>
              </a:spcAft>
              <a:buSzPts val="1400"/>
              <a:buChar char="○"/>
              <a:defRPr/>
            </a:lvl2pPr>
            <a:lvl3pPr marL="1371600" lvl="2" indent="-317500">
              <a:spcBef>
                <a:spcPts val="1600"/>
              </a:spcBef>
              <a:spcAft>
                <a:spcPts val="0"/>
              </a:spcAft>
              <a:buSzPts val="1400"/>
              <a:buChar char="■"/>
              <a:defRPr/>
            </a:lvl3pPr>
            <a:lvl4pPr marL="1828800" lvl="3" indent="-317500">
              <a:spcBef>
                <a:spcPts val="1600"/>
              </a:spcBef>
              <a:spcAft>
                <a:spcPts val="0"/>
              </a:spcAft>
              <a:buSzPts val="1400"/>
              <a:buChar char="●"/>
              <a:defRPr/>
            </a:lvl4pPr>
            <a:lvl5pPr marL="2286000" lvl="4" indent="-317500">
              <a:spcBef>
                <a:spcPts val="1600"/>
              </a:spcBef>
              <a:spcAft>
                <a:spcPts val="0"/>
              </a:spcAft>
              <a:buSzPts val="1400"/>
              <a:buChar char="○"/>
              <a:defRPr/>
            </a:lvl5pPr>
            <a:lvl6pPr marL="2743200" lvl="5" indent="-317500">
              <a:spcBef>
                <a:spcPts val="1600"/>
              </a:spcBef>
              <a:spcAft>
                <a:spcPts val="0"/>
              </a:spcAft>
              <a:buSzPts val="1400"/>
              <a:buChar char="■"/>
              <a:defRPr/>
            </a:lvl6pPr>
            <a:lvl7pPr marL="3200400" lvl="6" indent="-317500">
              <a:spcBef>
                <a:spcPts val="1600"/>
              </a:spcBef>
              <a:spcAft>
                <a:spcPts val="0"/>
              </a:spcAft>
              <a:buSzPts val="1400"/>
              <a:buChar char="●"/>
              <a:defRPr/>
            </a:lvl7pPr>
            <a:lvl8pPr marL="3657600" lvl="7" indent="-317500">
              <a:spcBef>
                <a:spcPts val="1600"/>
              </a:spcBef>
              <a:spcAft>
                <a:spcPts val="0"/>
              </a:spcAft>
              <a:buSzPts val="1400"/>
              <a:buChar char="○"/>
              <a:defRPr/>
            </a:lvl8pPr>
            <a:lvl9pPr marL="4114800" lvl="8" indent="-317500">
              <a:spcBef>
                <a:spcPts val="1600"/>
              </a:spcBef>
              <a:spcAft>
                <a:spcPts val="1600"/>
              </a:spcAft>
              <a:buSzPts val="1400"/>
              <a:buChar char="■"/>
              <a:defRPr/>
            </a:lvl9pPr>
          </a:lstStyle>
          <a:p>
            <a:endParaRPr/>
          </a:p>
        </p:txBody>
      </p:sp>
      <p:sp>
        <p:nvSpPr>
          <p:cNvPr id="48" name="Google Shape;48;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9"/>
        <p:cNvGrpSpPr/>
        <p:nvPr/>
      </p:nvGrpSpPr>
      <p:grpSpPr>
        <a:xfrm>
          <a:off x="0" y="0"/>
          <a:ext cx="0" cy="0"/>
          <a:chOff x="0" y="0"/>
          <a:chExt cx="0" cy="0"/>
        </a:xfrm>
      </p:grpSpPr>
      <p:sp>
        <p:nvSpPr>
          <p:cNvPr id="50" name="Google Shape;50;p10"/>
          <p:cNvSpPr txBox="1">
            <a:spLocks noGrp="1"/>
          </p:cNvSpPr>
          <p:nvPr>
            <p:ph type="body" idx="1"/>
          </p:nvPr>
        </p:nvSpPr>
        <p:spPr>
          <a:xfrm>
            <a:off x="319500" y="4233725"/>
            <a:ext cx="5998800" cy="598800"/>
          </a:xfrm>
          <a:prstGeom prst="rect">
            <a:avLst/>
          </a:prstGeom>
        </p:spPr>
        <p:txBody>
          <a:bodyPr spcFirstLastPara="1" wrap="square" lIns="91425" tIns="91425" rIns="91425" bIns="91425" anchor="ctr" anchorCtr="0">
            <a:noAutofit/>
          </a:bodyPr>
          <a:lstStyle>
            <a:lvl1pPr marL="457200" lvl="0" indent="-228600">
              <a:lnSpc>
                <a:spcPct val="100000"/>
              </a:lnSpc>
              <a:spcBef>
                <a:spcPts val="0"/>
              </a:spcBef>
              <a:spcAft>
                <a:spcPts val="0"/>
              </a:spcAft>
              <a:buSzPts val="1800"/>
              <a:buFont typeface="Roboto Slab"/>
              <a:buNone/>
              <a:defRPr>
                <a:latin typeface="Roboto Slab"/>
                <a:ea typeface="Roboto Slab"/>
                <a:cs typeface="Roboto Slab"/>
                <a:sym typeface="Roboto Slab"/>
              </a:defRPr>
            </a:lvl1pPr>
          </a:lstStyle>
          <a:p>
            <a:endParaRPr/>
          </a:p>
        </p:txBody>
      </p:sp>
      <p:sp>
        <p:nvSpPr>
          <p:cNvPr id="51" name="Google Shape;51;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52"/>
        <p:cNvGrpSpPr/>
        <p:nvPr/>
      </p:nvGrpSpPr>
      <p:grpSpPr>
        <a:xfrm>
          <a:off x="0" y="0"/>
          <a:ext cx="0" cy="0"/>
          <a:chOff x="0" y="0"/>
          <a:chExt cx="0" cy="0"/>
        </a:xfrm>
      </p:grpSpPr>
      <p:sp>
        <p:nvSpPr>
          <p:cNvPr id="53" name="Google Shape;53;p11"/>
          <p:cNvSpPr/>
          <p:nvPr/>
        </p:nvSpPr>
        <p:spPr>
          <a:xfrm>
            <a:off x="150" y="5076825"/>
            <a:ext cx="9143700" cy="66600"/>
          </a:xfrm>
          <a:prstGeom prst="rect">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 name="Google Shape;54;p11"/>
          <p:cNvSpPr txBox="1">
            <a:spLocks noGrp="1"/>
          </p:cNvSpPr>
          <p:nvPr>
            <p:ph type="title" hasCustomPrompt="1"/>
          </p:nvPr>
        </p:nvSpPr>
        <p:spPr>
          <a:xfrm>
            <a:off x="387900" y="1152450"/>
            <a:ext cx="8368200" cy="1538400"/>
          </a:xfrm>
          <a:prstGeom prst="rect">
            <a:avLst/>
          </a:prstGeom>
        </p:spPr>
        <p:txBody>
          <a:bodyPr spcFirstLastPara="1" wrap="square" lIns="91425" tIns="91425" rIns="91425" bIns="91425" anchor="ctr" anchorCtr="0">
            <a:noAutofit/>
          </a:bodyPr>
          <a:lstStyle>
            <a:lvl1pPr lvl="0" algn="ctr">
              <a:spcBef>
                <a:spcPts val="0"/>
              </a:spcBef>
              <a:spcAft>
                <a:spcPts val="0"/>
              </a:spcAft>
              <a:buClr>
                <a:schemeClr val="accent5"/>
              </a:buClr>
              <a:buSzPts val="13000"/>
              <a:buNone/>
              <a:defRPr sz="13000">
                <a:solidFill>
                  <a:schemeClr val="accent5"/>
                </a:solidFill>
              </a:defRPr>
            </a:lvl1pPr>
            <a:lvl2pPr lvl="1" algn="ctr">
              <a:spcBef>
                <a:spcPts val="0"/>
              </a:spcBef>
              <a:spcAft>
                <a:spcPts val="0"/>
              </a:spcAft>
              <a:buClr>
                <a:schemeClr val="accent5"/>
              </a:buClr>
              <a:buSzPts val="13000"/>
              <a:buNone/>
              <a:defRPr sz="13000">
                <a:solidFill>
                  <a:schemeClr val="accent5"/>
                </a:solidFill>
              </a:defRPr>
            </a:lvl2pPr>
            <a:lvl3pPr lvl="2" algn="ctr">
              <a:spcBef>
                <a:spcPts val="0"/>
              </a:spcBef>
              <a:spcAft>
                <a:spcPts val="0"/>
              </a:spcAft>
              <a:buClr>
                <a:schemeClr val="accent5"/>
              </a:buClr>
              <a:buSzPts val="13000"/>
              <a:buNone/>
              <a:defRPr sz="13000">
                <a:solidFill>
                  <a:schemeClr val="accent5"/>
                </a:solidFill>
              </a:defRPr>
            </a:lvl3pPr>
            <a:lvl4pPr lvl="3" algn="ctr">
              <a:spcBef>
                <a:spcPts val="0"/>
              </a:spcBef>
              <a:spcAft>
                <a:spcPts val="0"/>
              </a:spcAft>
              <a:buClr>
                <a:schemeClr val="accent5"/>
              </a:buClr>
              <a:buSzPts val="13000"/>
              <a:buNone/>
              <a:defRPr sz="13000">
                <a:solidFill>
                  <a:schemeClr val="accent5"/>
                </a:solidFill>
              </a:defRPr>
            </a:lvl4pPr>
            <a:lvl5pPr lvl="4" algn="ctr">
              <a:spcBef>
                <a:spcPts val="0"/>
              </a:spcBef>
              <a:spcAft>
                <a:spcPts val="0"/>
              </a:spcAft>
              <a:buClr>
                <a:schemeClr val="accent5"/>
              </a:buClr>
              <a:buSzPts val="13000"/>
              <a:buNone/>
              <a:defRPr sz="13000">
                <a:solidFill>
                  <a:schemeClr val="accent5"/>
                </a:solidFill>
              </a:defRPr>
            </a:lvl5pPr>
            <a:lvl6pPr lvl="5" algn="ctr">
              <a:spcBef>
                <a:spcPts val="0"/>
              </a:spcBef>
              <a:spcAft>
                <a:spcPts val="0"/>
              </a:spcAft>
              <a:buClr>
                <a:schemeClr val="accent5"/>
              </a:buClr>
              <a:buSzPts val="13000"/>
              <a:buNone/>
              <a:defRPr sz="13000">
                <a:solidFill>
                  <a:schemeClr val="accent5"/>
                </a:solidFill>
              </a:defRPr>
            </a:lvl6pPr>
            <a:lvl7pPr lvl="6" algn="ctr">
              <a:spcBef>
                <a:spcPts val="0"/>
              </a:spcBef>
              <a:spcAft>
                <a:spcPts val="0"/>
              </a:spcAft>
              <a:buClr>
                <a:schemeClr val="accent5"/>
              </a:buClr>
              <a:buSzPts val="13000"/>
              <a:buNone/>
              <a:defRPr sz="13000">
                <a:solidFill>
                  <a:schemeClr val="accent5"/>
                </a:solidFill>
              </a:defRPr>
            </a:lvl7pPr>
            <a:lvl8pPr lvl="7" algn="ctr">
              <a:spcBef>
                <a:spcPts val="0"/>
              </a:spcBef>
              <a:spcAft>
                <a:spcPts val="0"/>
              </a:spcAft>
              <a:buClr>
                <a:schemeClr val="accent5"/>
              </a:buClr>
              <a:buSzPts val="13000"/>
              <a:buNone/>
              <a:defRPr sz="13000">
                <a:solidFill>
                  <a:schemeClr val="accent5"/>
                </a:solidFill>
              </a:defRPr>
            </a:lvl8pPr>
            <a:lvl9pPr lvl="8" algn="ctr">
              <a:spcBef>
                <a:spcPts val="0"/>
              </a:spcBef>
              <a:spcAft>
                <a:spcPts val="0"/>
              </a:spcAft>
              <a:buClr>
                <a:schemeClr val="accent5"/>
              </a:buClr>
              <a:buSzPts val="13000"/>
              <a:buNone/>
              <a:defRPr sz="13000">
                <a:solidFill>
                  <a:schemeClr val="accent5"/>
                </a:solidFill>
              </a:defRPr>
            </a:lvl9pPr>
          </a:lstStyle>
          <a:p>
            <a:r>
              <a:t>xx%</a:t>
            </a:r>
          </a:p>
        </p:txBody>
      </p:sp>
      <p:sp>
        <p:nvSpPr>
          <p:cNvPr id="55" name="Google Shape;55;p11"/>
          <p:cNvSpPr txBox="1">
            <a:spLocks noGrp="1"/>
          </p:cNvSpPr>
          <p:nvPr>
            <p:ph type="body" idx="1"/>
          </p:nvPr>
        </p:nvSpPr>
        <p:spPr>
          <a:xfrm>
            <a:off x="387900" y="2919450"/>
            <a:ext cx="8368200" cy="1071600"/>
          </a:xfrm>
          <a:prstGeom prst="rect">
            <a:avLst/>
          </a:prstGeom>
        </p:spPr>
        <p:txBody>
          <a:bodyPr spcFirstLastPara="1" wrap="square" lIns="91425" tIns="91425" rIns="91425" bIns="91425" anchor="t" anchorCtr="0">
            <a:noAutofit/>
          </a:bodyPr>
          <a:lstStyle>
            <a:lvl1pPr marL="457200" lvl="0" indent="-342900" algn="ctr">
              <a:spcBef>
                <a:spcPts val="0"/>
              </a:spcBef>
              <a:spcAft>
                <a:spcPts val="0"/>
              </a:spcAft>
              <a:buSzPts val="1800"/>
              <a:buChar char="●"/>
              <a:defRPr/>
            </a:lvl1pPr>
            <a:lvl2pPr marL="914400" lvl="1" indent="-317500" algn="ctr">
              <a:spcBef>
                <a:spcPts val="1600"/>
              </a:spcBef>
              <a:spcAft>
                <a:spcPts val="0"/>
              </a:spcAft>
              <a:buSzPts val="1400"/>
              <a:buChar char="○"/>
              <a:defRPr/>
            </a:lvl2pPr>
            <a:lvl3pPr marL="1371600" lvl="2" indent="-317500" algn="ctr">
              <a:spcBef>
                <a:spcPts val="1600"/>
              </a:spcBef>
              <a:spcAft>
                <a:spcPts val="0"/>
              </a:spcAft>
              <a:buSzPts val="1400"/>
              <a:buChar char="■"/>
              <a:defRPr/>
            </a:lvl3pPr>
            <a:lvl4pPr marL="1828800" lvl="3" indent="-317500" algn="ctr">
              <a:spcBef>
                <a:spcPts val="1600"/>
              </a:spcBef>
              <a:spcAft>
                <a:spcPts val="0"/>
              </a:spcAft>
              <a:buSzPts val="1400"/>
              <a:buChar char="●"/>
              <a:defRPr/>
            </a:lvl4pPr>
            <a:lvl5pPr marL="2286000" lvl="4" indent="-317500" algn="ctr">
              <a:spcBef>
                <a:spcPts val="1600"/>
              </a:spcBef>
              <a:spcAft>
                <a:spcPts val="0"/>
              </a:spcAft>
              <a:buSzPts val="1400"/>
              <a:buChar char="○"/>
              <a:defRPr/>
            </a:lvl5pPr>
            <a:lvl6pPr marL="2743200" lvl="5" indent="-317500" algn="ctr">
              <a:spcBef>
                <a:spcPts val="1600"/>
              </a:spcBef>
              <a:spcAft>
                <a:spcPts val="0"/>
              </a:spcAft>
              <a:buSzPts val="1400"/>
              <a:buChar char="■"/>
              <a:defRPr/>
            </a:lvl6pPr>
            <a:lvl7pPr marL="3200400" lvl="6" indent="-317500" algn="ctr">
              <a:spcBef>
                <a:spcPts val="1600"/>
              </a:spcBef>
              <a:spcAft>
                <a:spcPts val="0"/>
              </a:spcAft>
              <a:buSzPts val="1400"/>
              <a:buChar char="●"/>
              <a:defRPr/>
            </a:lvl7pPr>
            <a:lvl8pPr marL="3657600" lvl="7" indent="-317500" algn="ctr">
              <a:spcBef>
                <a:spcPts val="1600"/>
              </a:spcBef>
              <a:spcAft>
                <a:spcPts val="0"/>
              </a:spcAft>
              <a:buSzPts val="1400"/>
              <a:buChar char="○"/>
              <a:defRPr/>
            </a:lvl8pPr>
            <a:lvl9pPr marL="4114800" lvl="8" indent="-317500" algn="ctr">
              <a:spcBef>
                <a:spcPts val="1600"/>
              </a:spcBef>
              <a:spcAft>
                <a:spcPts val="1600"/>
              </a:spcAft>
              <a:buSzPts val="1400"/>
              <a:buChar char="■"/>
              <a:defRPr/>
            </a:lvl9pPr>
          </a:lstStyle>
          <a:p>
            <a:endParaRPr/>
          </a:p>
        </p:txBody>
      </p:sp>
      <p:sp>
        <p:nvSpPr>
          <p:cNvPr id="56" name="Google Shape;56;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7"/>
        <p:cNvGrpSpPr/>
        <p:nvPr/>
      </p:nvGrpSpPr>
      <p:grpSpPr>
        <a:xfrm>
          <a:off x="0" y="0"/>
          <a:ext cx="0" cy="0"/>
          <a:chOff x="0" y="0"/>
          <a:chExt cx="0" cy="0"/>
        </a:xfrm>
      </p:grpSpPr>
      <p:sp>
        <p:nvSpPr>
          <p:cNvPr id="58" name="Google Shape;58;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rina">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87900" y="458025"/>
            <a:ext cx="8368200" cy="686100"/>
          </a:xfrm>
          <a:prstGeom prst="rect">
            <a:avLst/>
          </a:prstGeom>
          <a:noFill/>
          <a:ln>
            <a:noFill/>
          </a:ln>
        </p:spPr>
        <p:txBody>
          <a:bodyPr spcFirstLastPara="1" wrap="square" lIns="91425" tIns="91425" rIns="91425" bIns="91425" anchor="b" anchorCtr="0">
            <a:noAutofit/>
          </a:bodyPr>
          <a:lstStyle>
            <a:lvl1pPr lvl="0">
              <a:spcBef>
                <a:spcPts val="0"/>
              </a:spcBef>
              <a:spcAft>
                <a:spcPts val="0"/>
              </a:spcAft>
              <a:buClr>
                <a:schemeClr val="dk1"/>
              </a:buClr>
              <a:buSzPts val="3000"/>
              <a:buFont typeface="Roboto Slab"/>
              <a:buNone/>
              <a:defRPr sz="3000">
                <a:solidFill>
                  <a:schemeClr val="dk1"/>
                </a:solidFill>
                <a:latin typeface="Roboto Slab"/>
                <a:ea typeface="Roboto Slab"/>
                <a:cs typeface="Roboto Slab"/>
                <a:sym typeface="Roboto Slab"/>
              </a:defRPr>
            </a:lvl1pPr>
            <a:lvl2pPr lvl="1">
              <a:spcBef>
                <a:spcPts val="0"/>
              </a:spcBef>
              <a:spcAft>
                <a:spcPts val="0"/>
              </a:spcAft>
              <a:buClr>
                <a:schemeClr val="dk1"/>
              </a:buClr>
              <a:buSzPts val="3000"/>
              <a:buFont typeface="Roboto Slab"/>
              <a:buNone/>
              <a:defRPr sz="3000">
                <a:solidFill>
                  <a:schemeClr val="dk1"/>
                </a:solidFill>
                <a:latin typeface="Roboto Slab"/>
                <a:ea typeface="Roboto Slab"/>
                <a:cs typeface="Roboto Slab"/>
                <a:sym typeface="Roboto Slab"/>
              </a:defRPr>
            </a:lvl2pPr>
            <a:lvl3pPr lvl="2">
              <a:spcBef>
                <a:spcPts val="0"/>
              </a:spcBef>
              <a:spcAft>
                <a:spcPts val="0"/>
              </a:spcAft>
              <a:buClr>
                <a:schemeClr val="dk1"/>
              </a:buClr>
              <a:buSzPts val="3000"/>
              <a:buFont typeface="Roboto Slab"/>
              <a:buNone/>
              <a:defRPr sz="3000">
                <a:solidFill>
                  <a:schemeClr val="dk1"/>
                </a:solidFill>
                <a:latin typeface="Roboto Slab"/>
                <a:ea typeface="Roboto Slab"/>
                <a:cs typeface="Roboto Slab"/>
                <a:sym typeface="Roboto Slab"/>
              </a:defRPr>
            </a:lvl3pPr>
            <a:lvl4pPr lvl="3">
              <a:spcBef>
                <a:spcPts val="0"/>
              </a:spcBef>
              <a:spcAft>
                <a:spcPts val="0"/>
              </a:spcAft>
              <a:buClr>
                <a:schemeClr val="dk1"/>
              </a:buClr>
              <a:buSzPts val="3000"/>
              <a:buFont typeface="Roboto Slab"/>
              <a:buNone/>
              <a:defRPr sz="3000">
                <a:solidFill>
                  <a:schemeClr val="dk1"/>
                </a:solidFill>
                <a:latin typeface="Roboto Slab"/>
                <a:ea typeface="Roboto Slab"/>
                <a:cs typeface="Roboto Slab"/>
                <a:sym typeface="Roboto Slab"/>
              </a:defRPr>
            </a:lvl4pPr>
            <a:lvl5pPr lvl="4">
              <a:spcBef>
                <a:spcPts val="0"/>
              </a:spcBef>
              <a:spcAft>
                <a:spcPts val="0"/>
              </a:spcAft>
              <a:buClr>
                <a:schemeClr val="dk1"/>
              </a:buClr>
              <a:buSzPts val="3000"/>
              <a:buFont typeface="Roboto Slab"/>
              <a:buNone/>
              <a:defRPr sz="3000">
                <a:solidFill>
                  <a:schemeClr val="dk1"/>
                </a:solidFill>
                <a:latin typeface="Roboto Slab"/>
                <a:ea typeface="Roboto Slab"/>
                <a:cs typeface="Roboto Slab"/>
                <a:sym typeface="Roboto Slab"/>
              </a:defRPr>
            </a:lvl5pPr>
            <a:lvl6pPr lvl="5">
              <a:spcBef>
                <a:spcPts val="0"/>
              </a:spcBef>
              <a:spcAft>
                <a:spcPts val="0"/>
              </a:spcAft>
              <a:buClr>
                <a:schemeClr val="dk1"/>
              </a:buClr>
              <a:buSzPts val="3000"/>
              <a:buFont typeface="Roboto Slab"/>
              <a:buNone/>
              <a:defRPr sz="3000">
                <a:solidFill>
                  <a:schemeClr val="dk1"/>
                </a:solidFill>
                <a:latin typeface="Roboto Slab"/>
                <a:ea typeface="Roboto Slab"/>
                <a:cs typeface="Roboto Slab"/>
                <a:sym typeface="Roboto Slab"/>
              </a:defRPr>
            </a:lvl6pPr>
            <a:lvl7pPr lvl="6">
              <a:spcBef>
                <a:spcPts val="0"/>
              </a:spcBef>
              <a:spcAft>
                <a:spcPts val="0"/>
              </a:spcAft>
              <a:buClr>
                <a:schemeClr val="dk1"/>
              </a:buClr>
              <a:buSzPts val="3000"/>
              <a:buFont typeface="Roboto Slab"/>
              <a:buNone/>
              <a:defRPr sz="3000">
                <a:solidFill>
                  <a:schemeClr val="dk1"/>
                </a:solidFill>
                <a:latin typeface="Roboto Slab"/>
                <a:ea typeface="Roboto Slab"/>
                <a:cs typeface="Roboto Slab"/>
                <a:sym typeface="Roboto Slab"/>
              </a:defRPr>
            </a:lvl7pPr>
            <a:lvl8pPr lvl="7">
              <a:spcBef>
                <a:spcPts val="0"/>
              </a:spcBef>
              <a:spcAft>
                <a:spcPts val="0"/>
              </a:spcAft>
              <a:buClr>
                <a:schemeClr val="dk1"/>
              </a:buClr>
              <a:buSzPts val="3000"/>
              <a:buFont typeface="Roboto Slab"/>
              <a:buNone/>
              <a:defRPr sz="3000">
                <a:solidFill>
                  <a:schemeClr val="dk1"/>
                </a:solidFill>
                <a:latin typeface="Roboto Slab"/>
                <a:ea typeface="Roboto Slab"/>
                <a:cs typeface="Roboto Slab"/>
                <a:sym typeface="Roboto Slab"/>
              </a:defRPr>
            </a:lvl8pPr>
            <a:lvl9pPr lvl="8">
              <a:spcBef>
                <a:spcPts val="0"/>
              </a:spcBef>
              <a:spcAft>
                <a:spcPts val="0"/>
              </a:spcAft>
              <a:buClr>
                <a:schemeClr val="dk1"/>
              </a:buClr>
              <a:buSzPts val="3000"/>
              <a:buFont typeface="Roboto Slab"/>
              <a:buNone/>
              <a:defRPr sz="3000">
                <a:solidFill>
                  <a:schemeClr val="dk1"/>
                </a:solidFill>
                <a:latin typeface="Roboto Slab"/>
                <a:ea typeface="Roboto Slab"/>
                <a:cs typeface="Roboto Slab"/>
                <a:sym typeface="Roboto Slab"/>
              </a:defRPr>
            </a:lvl9pPr>
          </a:lstStyle>
          <a:p>
            <a:endParaRPr/>
          </a:p>
        </p:txBody>
      </p:sp>
      <p:sp>
        <p:nvSpPr>
          <p:cNvPr id="7" name="Google Shape;7;p1"/>
          <p:cNvSpPr txBox="1">
            <a:spLocks noGrp="1"/>
          </p:cNvSpPr>
          <p:nvPr>
            <p:ph type="body" idx="1"/>
          </p:nvPr>
        </p:nvSpPr>
        <p:spPr>
          <a:xfrm>
            <a:off x="387900" y="1489824"/>
            <a:ext cx="8368200" cy="3078900"/>
          </a:xfrm>
          <a:prstGeom prst="rect">
            <a:avLst/>
          </a:prstGeom>
          <a:noFill/>
          <a:ln>
            <a:noFill/>
          </a:ln>
        </p:spPr>
        <p:txBody>
          <a:bodyPr spcFirstLastPara="1" wrap="square" lIns="91425" tIns="91425" rIns="91425" bIns="91425" anchor="t" anchorCtr="0">
            <a:noAutofit/>
          </a:bodyPr>
          <a:lstStyle>
            <a:lvl1pPr marL="457200" lvl="0" indent="-342900">
              <a:lnSpc>
                <a:spcPct val="115000"/>
              </a:lnSpc>
              <a:spcBef>
                <a:spcPts val="0"/>
              </a:spcBef>
              <a:spcAft>
                <a:spcPts val="0"/>
              </a:spcAft>
              <a:buClr>
                <a:schemeClr val="dk1"/>
              </a:buClr>
              <a:buSzPts val="1800"/>
              <a:buFont typeface="Roboto"/>
              <a:buChar char="●"/>
              <a:defRPr sz="1800">
                <a:solidFill>
                  <a:schemeClr val="dk1"/>
                </a:solidFill>
                <a:latin typeface="Roboto"/>
                <a:ea typeface="Roboto"/>
                <a:cs typeface="Roboto"/>
                <a:sym typeface="Roboto"/>
              </a:defRPr>
            </a:lvl1pPr>
            <a:lvl2pPr marL="914400" lvl="1" indent="-317500">
              <a:lnSpc>
                <a:spcPct val="115000"/>
              </a:lnSpc>
              <a:spcBef>
                <a:spcPts val="1600"/>
              </a:spcBef>
              <a:spcAft>
                <a:spcPts val="0"/>
              </a:spcAft>
              <a:buClr>
                <a:schemeClr val="dk1"/>
              </a:buClr>
              <a:buSzPts val="1400"/>
              <a:buFont typeface="Roboto"/>
              <a:buChar char="○"/>
              <a:defRPr>
                <a:solidFill>
                  <a:schemeClr val="dk1"/>
                </a:solidFill>
                <a:latin typeface="Roboto"/>
                <a:ea typeface="Roboto"/>
                <a:cs typeface="Roboto"/>
                <a:sym typeface="Roboto"/>
              </a:defRPr>
            </a:lvl2pPr>
            <a:lvl3pPr marL="1371600" lvl="2" indent="-317500">
              <a:lnSpc>
                <a:spcPct val="115000"/>
              </a:lnSpc>
              <a:spcBef>
                <a:spcPts val="1600"/>
              </a:spcBef>
              <a:spcAft>
                <a:spcPts val="0"/>
              </a:spcAft>
              <a:buClr>
                <a:schemeClr val="dk1"/>
              </a:buClr>
              <a:buSzPts val="1400"/>
              <a:buFont typeface="Roboto"/>
              <a:buChar char="■"/>
              <a:defRPr>
                <a:solidFill>
                  <a:schemeClr val="dk1"/>
                </a:solidFill>
                <a:latin typeface="Roboto"/>
                <a:ea typeface="Roboto"/>
                <a:cs typeface="Roboto"/>
                <a:sym typeface="Roboto"/>
              </a:defRPr>
            </a:lvl3pPr>
            <a:lvl4pPr marL="1828800" lvl="3" indent="-317500">
              <a:lnSpc>
                <a:spcPct val="115000"/>
              </a:lnSpc>
              <a:spcBef>
                <a:spcPts val="1600"/>
              </a:spcBef>
              <a:spcAft>
                <a:spcPts val="0"/>
              </a:spcAft>
              <a:buClr>
                <a:schemeClr val="dk1"/>
              </a:buClr>
              <a:buSzPts val="1400"/>
              <a:buFont typeface="Roboto"/>
              <a:buChar char="●"/>
              <a:defRPr>
                <a:solidFill>
                  <a:schemeClr val="dk1"/>
                </a:solidFill>
                <a:latin typeface="Roboto"/>
                <a:ea typeface="Roboto"/>
                <a:cs typeface="Roboto"/>
                <a:sym typeface="Roboto"/>
              </a:defRPr>
            </a:lvl4pPr>
            <a:lvl5pPr marL="2286000" lvl="4" indent="-317500">
              <a:lnSpc>
                <a:spcPct val="115000"/>
              </a:lnSpc>
              <a:spcBef>
                <a:spcPts val="1600"/>
              </a:spcBef>
              <a:spcAft>
                <a:spcPts val="0"/>
              </a:spcAft>
              <a:buClr>
                <a:schemeClr val="dk1"/>
              </a:buClr>
              <a:buSzPts val="1400"/>
              <a:buFont typeface="Roboto"/>
              <a:buChar char="○"/>
              <a:defRPr>
                <a:solidFill>
                  <a:schemeClr val="dk1"/>
                </a:solidFill>
                <a:latin typeface="Roboto"/>
                <a:ea typeface="Roboto"/>
                <a:cs typeface="Roboto"/>
                <a:sym typeface="Roboto"/>
              </a:defRPr>
            </a:lvl5pPr>
            <a:lvl6pPr marL="2743200" lvl="5" indent="-317500">
              <a:lnSpc>
                <a:spcPct val="115000"/>
              </a:lnSpc>
              <a:spcBef>
                <a:spcPts val="1600"/>
              </a:spcBef>
              <a:spcAft>
                <a:spcPts val="0"/>
              </a:spcAft>
              <a:buClr>
                <a:schemeClr val="dk1"/>
              </a:buClr>
              <a:buSzPts val="1400"/>
              <a:buFont typeface="Roboto"/>
              <a:buChar char="■"/>
              <a:defRPr>
                <a:solidFill>
                  <a:schemeClr val="dk1"/>
                </a:solidFill>
                <a:latin typeface="Roboto"/>
                <a:ea typeface="Roboto"/>
                <a:cs typeface="Roboto"/>
                <a:sym typeface="Roboto"/>
              </a:defRPr>
            </a:lvl6pPr>
            <a:lvl7pPr marL="3200400" lvl="6" indent="-317500">
              <a:lnSpc>
                <a:spcPct val="115000"/>
              </a:lnSpc>
              <a:spcBef>
                <a:spcPts val="1600"/>
              </a:spcBef>
              <a:spcAft>
                <a:spcPts val="0"/>
              </a:spcAft>
              <a:buClr>
                <a:schemeClr val="dk1"/>
              </a:buClr>
              <a:buSzPts val="1400"/>
              <a:buFont typeface="Roboto"/>
              <a:buChar char="●"/>
              <a:defRPr>
                <a:solidFill>
                  <a:schemeClr val="dk1"/>
                </a:solidFill>
                <a:latin typeface="Roboto"/>
                <a:ea typeface="Roboto"/>
                <a:cs typeface="Roboto"/>
                <a:sym typeface="Roboto"/>
              </a:defRPr>
            </a:lvl7pPr>
            <a:lvl8pPr marL="3657600" lvl="7" indent="-317500">
              <a:lnSpc>
                <a:spcPct val="115000"/>
              </a:lnSpc>
              <a:spcBef>
                <a:spcPts val="1600"/>
              </a:spcBef>
              <a:spcAft>
                <a:spcPts val="0"/>
              </a:spcAft>
              <a:buClr>
                <a:schemeClr val="dk1"/>
              </a:buClr>
              <a:buSzPts val="1400"/>
              <a:buFont typeface="Roboto"/>
              <a:buChar char="○"/>
              <a:defRPr>
                <a:solidFill>
                  <a:schemeClr val="dk1"/>
                </a:solidFill>
                <a:latin typeface="Roboto"/>
                <a:ea typeface="Roboto"/>
                <a:cs typeface="Roboto"/>
                <a:sym typeface="Roboto"/>
              </a:defRPr>
            </a:lvl8pPr>
            <a:lvl9pPr marL="4114800" lvl="8" indent="-317500">
              <a:lnSpc>
                <a:spcPct val="115000"/>
              </a:lnSpc>
              <a:spcBef>
                <a:spcPts val="1600"/>
              </a:spcBef>
              <a:spcAft>
                <a:spcPts val="1600"/>
              </a:spcAft>
              <a:buClr>
                <a:schemeClr val="dk1"/>
              </a:buClr>
              <a:buSzPts val="1400"/>
              <a:buFont typeface="Roboto"/>
              <a:buChar char="■"/>
              <a:defRPr>
                <a:solidFill>
                  <a:schemeClr val="dk1"/>
                </a:solidFill>
                <a:latin typeface="Roboto"/>
                <a:ea typeface="Roboto"/>
                <a:cs typeface="Roboto"/>
                <a:sym typeface="Roboto"/>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lvl="0" algn="r">
              <a:buNone/>
              <a:defRPr sz="1000">
                <a:solidFill>
                  <a:schemeClr val="dk1"/>
                </a:solidFill>
                <a:latin typeface="Roboto"/>
                <a:ea typeface="Roboto"/>
                <a:cs typeface="Roboto"/>
                <a:sym typeface="Roboto"/>
              </a:defRPr>
            </a:lvl1pPr>
            <a:lvl2pPr lvl="1" algn="r">
              <a:buNone/>
              <a:defRPr sz="1000">
                <a:solidFill>
                  <a:schemeClr val="dk1"/>
                </a:solidFill>
                <a:latin typeface="Roboto"/>
                <a:ea typeface="Roboto"/>
                <a:cs typeface="Roboto"/>
                <a:sym typeface="Roboto"/>
              </a:defRPr>
            </a:lvl2pPr>
            <a:lvl3pPr lvl="2" algn="r">
              <a:buNone/>
              <a:defRPr sz="1000">
                <a:solidFill>
                  <a:schemeClr val="dk1"/>
                </a:solidFill>
                <a:latin typeface="Roboto"/>
                <a:ea typeface="Roboto"/>
                <a:cs typeface="Roboto"/>
                <a:sym typeface="Roboto"/>
              </a:defRPr>
            </a:lvl3pPr>
            <a:lvl4pPr lvl="3" algn="r">
              <a:buNone/>
              <a:defRPr sz="1000">
                <a:solidFill>
                  <a:schemeClr val="dk1"/>
                </a:solidFill>
                <a:latin typeface="Roboto"/>
                <a:ea typeface="Roboto"/>
                <a:cs typeface="Roboto"/>
                <a:sym typeface="Roboto"/>
              </a:defRPr>
            </a:lvl4pPr>
            <a:lvl5pPr lvl="4" algn="r">
              <a:buNone/>
              <a:defRPr sz="1000">
                <a:solidFill>
                  <a:schemeClr val="dk1"/>
                </a:solidFill>
                <a:latin typeface="Roboto"/>
                <a:ea typeface="Roboto"/>
                <a:cs typeface="Roboto"/>
                <a:sym typeface="Roboto"/>
              </a:defRPr>
            </a:lvl5pPr>
            <a:lvl6pPr lvl="5" algn="r">
              <a:buNone/>
              <a:defRPr sz="1000">
                <a:solidFill>
                  <a:schemeClr val="dk1"/>
                </a:solidFill>
                <a:latin typeface="Roboto"/>
                <a:ea typeface="Roboto"/>
                <a:cs typeface="Roboto"/>
                <a:sym typeface="Roboto"/>
              </a:defRPr>
            </a:lvl6pPr>
            <a:lvl7pPr lvl="6" algn="r">
              <a:buNone/>
              <a:defRPr sz="1000">
                <a:solidFill>
                  <a:schemeClr val="dk1"/>
                </a:solidFill>
                <a:latin typeface="Roboto"/>
                <a:ea typeface="Roboto"/>
                <a:cs typeface="Roboto"/>
                <a:sym typeface="Roboto"/>
              </a:defRPr>
            </a:lvl7pPr>
            <a:lvl8pPr lvl="7" algn="r">
              <a:buNone/>
              <a:defRPr sz="1000">
                <a:solidFill>
                  <a:schemeClr val="dk1"/>
                </a:solidFill>
                <a:latin typeface="Roboto"/>
                <a:ea typeface="Roboto"/>
                <a:cs typeface="Roboto"/>
                <a:sym typeface="Roboto"/>
              </a:defRPr>
            </a:lvl8pPr>
            <a:lvl9pPr lvl="8" algn="r">
              <a:buNone/>
              <a:defRPr sz="1000">
                <a:solidFill>
                  <a:schemeClr val="dk1"/>
                </a:solidFill>
                <a:latin typeface="Roboto"/>
                <a:ea typeface="Roboto"/>
                <a:cs typeface="Roboto"/>
                <a:sym typeface="Roboto"/>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0.xml"/><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62"/>
        <p:cNvGrpSpPr/>
        <p:nvPr/>
      </p:nvGrpSpPr>
      <p:grpSpPr>
        <a:xfrm>
          <a:off x="0" y="0"/>
          <a:ext cx="0" cy="0"/>
          <a:chOff x="0" y="0"/>
          <a:chExt cx="0" cy="0"/>
        </a:xfrm>
      </p:grpSpPr>
      <p:sp>
        <p:nvSpPr>
          <p:cNvPr id="63" name="Google Shape;63;p13"/>
          <p:cNvSpPr txBox="1">
            <a:spLocks noGrp="1"/>
          </p:cNvSpPr>
          <p:nvPr>
            <p:ph type="ctrTitle"/>
          </p:nvPr>
        </p:nvSpPr>
        <p:spPr>
          <a:xfrm>
            <a:off x="1680302" y="1367519"/>
            <a:ext cx="6206398" cy="1457400"/>
          </a:xfrm>
          <a:prstGeom prst="rect">
            <a:avLst/>
          </a:prstGeom>
        </p:spPr>
        <p:txBody>
          <a:bodyPr spcFirstLastPara="1" wrap="square" lIns="91425" tIns="91425" rIns="91425" bIns="91425" anchor="b" anchorCtr="0">
            <a:noAutofit/>
          </a:bodyPr>
          <a:lstStyle/>
          <a:p>
            <a:pPr lvl="0"/>
            <a:r>
              <a:rPr lang="en-IN" dirty="0"/>
              <a:t>Fuzzy Logic Based Travel Recommendation System</a:t>
            </a:r>
            <a:endParaRPr dirty="0"/>
          </a:p>
        </p:txBody>
      </p:sp>
      <p:sp>
        <p:nvSpPr>
          <p:cNvPr id="64" name="Google Shape;64;p13"/>
          <p:cNvSpPr txBox="1">
            <a:spLocks noGrp="1"/>
          </p:cNvSpPr>
          <p:nvPr>
            <p:ph type="subTitle" idx="1"/>
          </p:nvPr>
        </p:nvSpPr>
        <p:spPr>
          <a:xfrm>
            <a:off x="1680302" y="3359675"/>
            <a:ext cx="5305800" cy="11898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sz="1100" dirty="0">
                <a:solidFill>
                  <a:srgbClr val="FFF2CC"/>
                </a:solidFill>
              </a:rPr>
              <a:t>Presented By,</a:t>
            </a:r>
          </a:p>
          <a:p>
            <a:pPr marL="0" lvl="0" indent="0" algn="ctr" rtl="0">
              <a:spcBef>
                <a:spcPts val="0"/>
              </a:spcBef>
              <a:spcAft>
                <a:spcPts val="0"/>
              </a:spcAft>
              <a:buNone/>
            </a:pPr>
            <a:endParaRPr lang="en" sz="1100" dirty="0">
              <a:solidFill>
                <a:srgbClr val="FFF2CC"/>
              </a:solidFill>
            </a:endParaRPr>
          </a:p>
          <a:p>
            <a:pPr marL="0" lvl="0" indent="0" algn="ctr" rtl="0">
              <a:spcBef>
                <a:spcPts val="0"/>
              </a:spcBef>
              <a:spcAft>
                <a:spcPts val="0"/>
              </a:spcAft>
              <a:buNone/>
            </a:pPr>
            <a:r>
              <a:rPr lang="en" sz="1100" dirty="0">
                <a:solidFill>
                  <a:srgbClr val="FFF2CC"/>
                </a:solidFill>
              </a:rPr>
              <a:t>VAMSHI KRISHNA NEELAM </a:t>
            </a:r>
            <a:endParaRPr sz="1100" dirty="0">
              <a:solidFill>
                <a:srgbClr val="FFF2CC"/>
              </a:solidFill>
            </a:endParaRPr>
          </a:p>
          <a:p>
            <a:pPr marL="0" lvl="0" indent="0" algn="ctr" rtl="0">
              <a:spcBef>
                <a:spcPts val="0"/>
              </a:spcBef>
              <a:spcAft>
                <a:spcPts val="0"/>
              </a:spcAft>
              <a:buNone/>
            </a:pPr>
            <a:r>
              <a:rPr lang="en-IN" sz="1100" dirty="0">
                <a:solidFill>
                  <a:srgbClr val="FFF2CC"/>
                </a:solidFill>
              </a:rPr>
              <a:t>SAI SHARAN KARANAM</a:t>
            </a:r>
            <a:endParaRPr sz="1100" dirty="0">
              <a:solidFill>
                <a:srgbClr val="FFF2CC"/>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14"/>
        <p:cNvGrpSpPr/>
        <p:nvPr/>
      </p:nvGrpSpPr>
      <p:grpSpPr>
        <a:xfrm>
          <a:off x="0" y="0"/>
          <a:ext cx="0" cy="0"/>
          <a:chOff x="0" y="0"/>
          <a:chExt cx="0" cy="0"/>
        </a:xfrm>
      </p:grpSpPr>
      <p:sp>
        <p:nvSpPr>
          <p:cNvPr id="7" name="TextBox 6">
            <a:extLst>
              <a:ext uri="{FF2B5EF4-FFF2-40B4-BE49-F238E27FC236}">
                <a16:creationId xmlns:a16="http://schemas.microsoft.com/office/drawing/2014/main" id="{40C5BDC4-324C-B4C3-9F4C-B39B236128E0}"/>
              </a:ext>
            </a:extLst>
          </p:cNvPr>
          <p:cNvSpPr txBox="1"/>
          <p:nvPr/>
        </p:nvSpPr>
        <p:spPr>
          <a:xfrm>
            <a:off x="365760" y="220980"/>
            <a:ext cx="8595360" cy="4662815"/>
          </a:xfrm>
          <a:prstGeom prst="rect">
            <a:avLst/>
          </a:prstGeom>
          <a:noFill/>
        </p:spPr>
        <p:txBody>
          <a:bodyPr wrap="square">
            <a:spAutoFit/>
          </a:bodyPr>
          <a:lstStyle/>
          <a:p>
            <a:r>
              <a:rPr lang="en-IN" sz="3200" b="1" dirty="0">
                <a:solidFill>
                  <a:srgbClr val="00B0F0"/>
                </a:solidFill>
              </a:rPr>
              <a:t>Problem Statement</a:t>
            </a:r>
            <a:br>
              <a:rPr lang="en-IN" sz="1400" dirty="0">
                <a:solidFill>
                  <a:schemeClr val="tx1"/>
                </a:solidFill>
              </a:rPr>
            </a:br>
            <a:br>
              <a:rPr lang="en-IN" sz="1300" dirty="0">
                <a:solidFill>
                  <a:schemeClr val="tx1"/>
                </a:solidFill>
              </a:rPr>
            </a:br>
            <a:r>
              <a:rPr lang="en-US" sz="1200" dirty="0">
                <a:solidFill>
                  <a:schemeClr val="tx1"/>
                </a:solidFill>
              </a:rPr>
              <a:t>Travelers often struggle to find reliable and relevant places when visiting a new city. Most existing platforms rely heavily on ratings and reviews, which can be biased or easily manipulated. Additionally, information is scattered across multiple applications such as maps, food delivery apps, and pharmacy services, making the search process inefficient. More importantly, current systems do not evaluate multiple real-life factors - such as distance, cost, quality, and comfort together to provide a single, meaningful score. As a result, there is no unified platform that offers an aggregated or sustainability-based recommendation to support better decision-making.</a:t>
            </a:r>
          </a:p>
          <a:p>
            <a:endParaRPr lang="en-US" sz="1200" dirty="0">
              <a:solidFill>
                <a:schemeClr val="tx1"/>
              </a:solidFill>
            </a:endParaRPr>
          </a:p>
          <a:p>
            <a:br>
              <a:rPr lang="en-US" sz="1200" dirty="0">
                <a:solidFill>
                  <a:schemeClr val="tx1"/>
                </a:solidFill>
              </a:rPr>
            </a:br>
            <a:br>
              <a:rPr lang="en-US" sz="1200" dirty="0">
                <a:solidFill>
                  <a:schemeClr val="tx1"/>
                </a:solidFill>
              </a:rPr>
            </a:br>
            <a:r>
              <a:rPr lang="en-US" b="1" dirty="0">
                <a:solidFill>
                  <a:srgbClr val="FDE68A"/>
                </a:solidFill>
              </a:rPr>
              <a:t>Issues Include:</a:t>
            </a:r>
          </a:p>
          <a:p>
            <a:br>
              <a:rPr lang="en-US" sz="1200" dirty="0">
                <a:solidFill>
                  <a:schemeClr val="tx1"/>
                </a:solidFill>
              </a:rPr>
            </a:br>
            <a:r>
              <a:rPr lang="en-US" sz="1200" dirty="0">
                <a:solidFill>
                  <a:schemeClr val="tx1"/>
                </a:solidFill>
              </a:rPr>
              <a:t>&gt; Ratings and reviews can be misleading or manipulated</a:t>
            </a:r>
            <a:br>
              <a:rPr lang="en-US" sz="1200" dirty="0">
                <a:solidFill>
                  <a:schemeClr val="tx1"/>
                </a:solidFill>
              </a:rPr>
            </a:br>
            <a:r>
              <a:rPr lang="en-US" sz="1200" dirty="0">
                <a:solidFill>
                  <a:schemeClr val="tx1"/>
                </a:solidFill>
              </a:rPr>
              <a:t>&gt; Users must switch between multiple apps to find basic services</a:t>
            </a:r>
            <a:br>
              <a:rPr lang="en-US" sz="1200" dirty="0">
                <a:solidFill>
                  <a:schemeClr val="tx1"/>
                </a:solidFill>
              </a:rPr>
            </a:br>
            <a:r>
              <a:rPr lang="en-US" sz="1200" dirty="0">
                <a:solidFill>
                  <a:schemeClr val="tx1"/>
                </a:solidFill>
              </a:rPr>
              <a:t>&gt; Lack of a single unified platform for essential needs</a:t>
            </a:r>
            <a:br>
              <a:rPr lang="en-US" sz="1200" dirty="0">
                <a:solidFill>
                  <a:schemeClr val="tx1"/>
                </a:solidFill>
              </a:rPr>
            </a:br>
            <a:r>
              <a:rPr lang="en-US" sz="1200" dirty="0">
                <a:solidFill>
                  <a:schemeClr val="tx1"/>
                </a:solidFill>
              </a:rPr>
              <a:t>&gt; No system provides an aggregated score based on multiple factors</a:t>
            </a:r>
            <a:br>
              <a:rPr lang="en-US" sz="1200" dirty="0">
                <a:solidFill>
                  <a:schemeClr val="tx1"/>
                </a:solidFill>
              </a:rPr>
            </a:br>
            <a:r>
              <a:rPr lang="en-US" sz="1200" dirty="0">
                <a:solidFill>
                  <a:schemeClr val="tx1"/>
                </a:solidFill>
              </a:rPr>
              <a:t>&gt; Decision-making becomes time-consuming and less reliable</a:t>
            </a:r>
            <a:br>
              <a:rPr lang="en-US" sz="1300" dirty="0">
                <a:solidFill>
                  <a:schemeClr val="tx1"/>
                </a:solidFill>
              </a:rPr>
            </a:br>
            <a:br>
              <a:rPr lang="en-US" sz="1400" dirty="0">
                <a:solidFill>
                  <a:schemeClr val="tx1"/>
                </a:solidFill>
              </a:rPr>
            </a:br>
            <a:br>
              <a:rPr lang="en-US" sz="1400" dirty="0">
                <a:solidFill>
                  <a:schemeClr val="tx1"/>
                </a:solidFill>
              </a:rPr>
            </a:br>
            <a:br>
              <a:rPr lang="en-US" sz="1400" dirty="0">
                <a:solidFill>
                  <a:schemeClr val="tx1"/>
                </a:solidFill>
              </a:rPr>
            </a:br>
            <a:endParaRPr lang="en-IN" dirty="0">
              <a:solidFill>
                <a:schemeClr val="tx1"/>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14">
          <a:extLst>
            <a:ext uri="{FF2B5EF4-FFF2-40B4-BE49-F238E27FC236}">
              <a16:creationId xmlns:a16="http://schemas.microsoft.com/office/drawing/2014/main" id="{6F293245-1723-21DF-EF37-1C5710223C3E}"/>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6AB30A38-006D-F9BB-818A-8D68063344F8}"/>
              </a:ext>
            </a:extLst>
          </p:cNvPr>
          <p:cNvSpPr txBox="1"/>
          <p:nvPr/>
        </p:nvSpPr>
        <p:spPr>
          <a:xfrm>
            <a:off x="365760" y="220980"/>
            <a:ext cx="8595360" cy="4708981"/>
          </a:xfrm>
          <a:prstGeom prst="rect">
            <a:avLst/>
          </a:prstGeom>
          <a:noFill/>
        </p:spPr>
        <p:txBody>
          <a:bodyPr wrap="square">
            <a:spAutoFit/>
          </a:bodyPr>
          <a:lstStyle/>
          <a:p>
            <a:r>
              <a:rPr lang="en-US" sz="3200" b="1" dirty="0">
                <a:solidFill>
                  <a:srgbClr val="00B0F0"/>
                </a:solidFill>
              </a:rPr>
              <a:t>Proposed System using Fuzzy Systems</a:t>
            </a:r>
            <a:br>
              <a:rPr lang="en-US" dirty="0">
                <a:solidFill>
                  <a:schemeClr val="tx1"/>
                </a:solidFill>
              </a:rPr>
            </a:br>
            <a:br>
              <a:rPr lang="en-US" dirty="0">
                <a:solidFill>
                  <a:schemeClr val="tx1"/>
                </a:solidFill>
              </a:rPr>
            </a:br>
            <a:r>
              <a:rPr lang="en-US" sz="1200" dirty="0">
                <a:solidFill>
                  <a:schemeClr val="tx1"/>
                </a:solidFill>
              </a:rPr>
              <a:t>The proposed system uses fuzzy logic to build a smart recommendation platform for travelers. It considers multiple real-life factors instead of relying only on ratings, helping users make better and more informed decisions. The system outputs both a score and an easy-to-understand result like Good or Very Good.</a:t>
            </a:r>
          </a:p>
          <a:p>
            <a:br>
              <a:rPr lang="en-US" sz="1200" dirty="0">
                <a:solidFill>
                  <a:schemeClr val="tx1"/>
                </a:solidFill>
              </a:rPr>
            </a:br>
            <a:r>
              <a:rPr lang="en-US" sz="1200" dirty="0">
                <a:solidFill>
                  <a:schemeClr val="tx1"/>
                </a:solidFill>
              </a:rPr>
              <a:t>Develop a Smart Travel Recommendation System using Fuzzy Logic</a:t>
            </a:r>
          </a:p>
          <a:p>
            <a:br>
              <a:rPr lang="en-US" sz="1200" dirty="0">
                <a:solidFill>
                  <a:schemeClr val="tx1"/>
                </a:solidFill>
              </a:rPr>
            </a:br>
            <a:r>
              <a:rPr lang="en-US" sz="1200" b="1" dirty="0">
                <a:solidFill>
                  <a:srgbClr val="FDE68A"/>
                </a:solidFill>
              </a:rPr>
              <a:t>Provide all essential services in one platform:</a:t>
            </a:r>
          </a:p>
          <a:p>
            <a:br>
              <a:rPr lang="en-US" sz="1200" dirty="0">
                <a:solidFill>
                  <a:schemeClr val="tx1"/>
                </a:solidFill>
              </a:rPr>
            </a:br>
            <a:r>
              <a:rPr lang="en-US" sz="1200" dirty="0">
                <a:solidFill>
                  <a:schemeClr val="tx1"/>
                </a:solidFill>
              </a:rPr>
              <a:t>&gt; Restaurants</a:t>
            </a:r>
            <a:br>
              <a:rPr lang="en-US" sz="1200" dirty="0">
                <a:solidFill>
                  <a:schemeClr val="tx1"/>
                </a:solidFill>
              </a:rPr>
            </a:br>
            <a:r>
              <a:rPr lang="en-US" sz="1200" dirty="0">
                <a:solidFill>
                  <a:schemeClr val="tx1"/>
                </a:solidFill>
              </a:rPr>
              <a:t>&gt; Hotels</a:t>
            </a:r>
            <a:br>
              <a:rPr lang="en-US" sz="1200" dirty="0">
                <a:solidFill>
                  <a:schemeClr val="tx1"/>
                </a:solidFill>
              </a:rPr>
            </a:br>
            <a:r>
              <a:rPr lang="en-US" sz="1200" dirty="0">
                <a:solidFill>
                  <a:schemeClr val="tx1"/>
                </a:solidFill>
              </a:rPr>
              <a:t>&gt; Pharmacies</a:t>
            </a:r>
            <a:br>
              <a:rPr lang="en-US" sz="1200" dirty="0">
                <a:solidFill>
                  <a:schemeClr val="tx1"/>
                </a:solidFill>
              </a:rPr>
            </a:br>
            <a:r>
              <a:rPr lang="en-US" sz="1200" dirty="0">
                <a:solidFill>
                  <a:schemeClr val="tx1"/>
                </a:solidFill>
              </a:rPr>
              <a:t>&gt; Convenience Stores</a:t>
            </a:r>
            <a:br>
              <a:rPr lang="en-US" sz="1200" dirty="0">
                <a:solidFill>
                  <a:schemeClr val="tx1"/>
                </a:solidFill>
              </a:rPr>
            </a:br>
            <a:r>
              <a:rPr lang="en-US" sz="1200" dirty="0">
                <a:solidFill>
                  <a:schemeClr val="tx1"/>
                </a:solidFill>
              </a:rPr>
              <a:t>&gt; Restrooms</a:t>
            </a:r>
          </a:p>
          <a:p>
            <a:br>
              <a:rPr lang="en-US" sz="1200" dirty="0">
                <a:solidFill>
                  <a:schemeClr val="tx1"/>
                </a:solidFill>
              </a:rPr>
            </a:br>
            <a:r>
              <a:rPr lang="en-US" sz="1200" dirty="0">
                <a:solidFill>
                  <a:schemeClr val="tx1"/>
                </a:solidFill>
              </a:rPr>
              <a:t>Evaluate places using multiple parameters (distance, cost, quality, etc.)</a:t>
            </a:r>
          </a:p>
          <a:p>
            <a:br>
              <a:rPr lang="en-US" sz="1200" dirty="0">
                <a:solidFill>
                  <a:schemeClr val="tx1"/>
                </a:solidFill>
              </a:rPr>
            </a:br>
            <a:r>
              <a:rPr lang="en-US" sz="1200" b="1" dirty="0">
                <a:solidFill>
                  <a:srgbClr val="FDE68A"/>
                </a:solidFill>
              </a:rPr>
              <a:t>Generate:</a:t>
            </a:r>
          </a:p>
          <a:p>
            <a:br>
              <a:rPr lang="en-US" sz="1200" dirty="0">
                <a:solidFill>
                  <a:schemeClr val="tx1"/>
                </a:solidFill>
              </a:rPr>
            </a:br>
            <a:r>
              <a:rPr lang="en-US" sz="1200" dirty="0">
                <a:solidFill>
                  <a:schemeClr val="tx1"/>
                </a:solidFill>
              </a:rPr>
              <a:t>Numerical Score (0–100)</a:t>
            </a:r>
            <a:br>
              <a:rPr lang="en-US" sz="1200" dirty="0">
                <a:solidFill>
                  <a:schemeClr val="tx1"/>
                </a:solidFill>
              </a:rPr>
            </a:br>
            <a:r>
              <a:rPr lang="en-US" sz="1200" dirty="0">
                <a:solidFill>
                  <a:schemeClr val="tx1"/>
                </a:solidFill>
              </a:rPr>
              <a:t>Human-friendly result (Good, Very Good, etc.)</a:t>
            </a:r>
            <a:br>
              <a:rPr lang="en-US" dirty="0">
                <a:solidFill>
                  <a:schemeClr val="tx1"/>
                </a:solidFill>
              </a:rPr>
            </a:br>
            <a:endParaRPr lang="en-IN" dirty="0">
              <a:solidFill>
                <a:schemeClr val="tx1"/>
              </a:solidFill>
            </a:endParaRPr>
          </a:p>
        </p:txBody>
      </p:sp>
    </p:spTree>
    <p:extLst>
      <p:ext uri="{BB962C8B-B14F-4D97-AF65-F5344CB8AC3E}">
        <p14:creationId xmlns:p14="http://schemas.microsoft.com/office/powerpoint/2010/main" val="253855571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14">
          <a:extLst>
            <a:ext uri="{FF2B5EF4-FFF2-40B4-BE49-F238E27FC236}">
              <a16:creationId xmlns:a16="http://schemas.microsoft.com/office/drawing/2014/main" id="{1BDD13D9-AC05-9689-FCE8-8C88B6DBB853}"/>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AEF8E3B2-EBA0-1AFA-CAE1-5E3261EEFB0C}"/>
              </a:ext>
            </a:extLst>
          </p:cNvPr>
          <p:cNvSpPr txBox="1"/>
          <p:nvPr/>
        </p:nvSpPr>
        <p:spPr>
          <a:xfrm>
            <a:off x="365760" y="220980"/>
            <a:ext cx="8595360" cy="2693045"/>
          </a:xfrm>
          <a:prstGeom prst="rect">
            <a:avLst/>
          </a:prstGeom>
          <a:noFill/>
        </p:spPr>
        <p:txBody>
          <a:bodyPr wrap="square">
            <a:spAutoFit/>
          </a:bodyPr>
          <a:lstStyle/>
          <a:p>
            <a:r>
              <a:rPr lang="en-US" sz="3200" b="1" dirty="0">
                <a:solidFill>
                  <a:srgbClr val="00B0F0"/>
                </a:solidFill>
              </a:rPr>
              <a:t>Data Collection &amp; Parameters</a:t>
            </a:r>
          </a:p>
          <a:p>
            <a:pPr>
              <a:spcAft>
                <a:spcPts val="1000"/>
              </a:spcAft>
            </a:pPr>
            <a:br>
              <a:rPr lang="en-US" sz="1600" dirty="0">
                <a:solidFill>
                  <a:srgbClr val="FCE5CD"/>
                </a:solidFill>
              </a:rPr>
            </a:br>
            <a:r>
              <a:rPr lang="en-US" sz="1200" dirty="0">
                <a:solidFill>
                  <a:schemeClr val="tx1"/>
                </a:solidFill>
              </a:rPr>
              <a:t>The dataset for this project is collected from multiple reliable sources to ensure comprehensive coverage of real-world locations. Geographic data such as location coordinates, place types, and basic details are obtained using OpenStreetMap (OSM). Additional information such as user ratings and reviews is incorporated from Google Maps to enhance decision-making. The collected data is then processed and structured to extract relevant parameters required for the fuzzy logic system.</a:t>
            </a:r>
            <a:br>
              <a:rPr lang="en-US" sz="1200" dirty="0">
                <a:solidFill>
                  <a:schemeClr val="tx1"/>
                </a:solidFill>
              </a:rPr>
            </a:br>
            <a:br>
              <a:rPr lang="en-US" sz="1200" dirty="0">
                <a:solidFill>
                  <a:schemeClr val="tx1"/>
                </a:solidFill>
              </a:rPr>
            </a:br>
            <a:r>
              <a:rPr lang="en-US" sz="1200" b="1" dirty="0">
                <a:solidFill>
                  <a:schemeClr val="tx1"/>
                </a:solidFill>
              </a:rPr>
              <a:t>OpenStreetMap (OSM API) :</a:t>
            </a:r>
            <a:r>
              <a:rPr lang="en-US" sz="1200" dirty="0">
                <a:solidFill>
                  <a:schemeClr val="tx1"/>
                </a:solidFill>
              </a:rPr>
              <a:t> location data (latitude, longitude, place type)</a:t>
            </a:r>
            <a:br>
              <a:rPr lang="en-US" sz="1200" dirty="0">
                <a:solidFill>
                  <a:schemeClr val="tx1"/>
                </a:solidFill>
              </a:rPr>
            </a:br>
            <a:r>
              <a:rPr lang="en-US" sz="1200" b="1" dirty="0">
                <a:solidFill>
                  <a:schemeClr val="tx1"/>
                </a:solidFill>
              </a:rPr>
              <a:t>Google Maps : </a:t>
            </a:r>
            <a:r>
              <a:rPr lang="en-US" sz="1200" dirty="0">
                <a:solidFill>
                  <a:schemeClr val="tx1"/>
                </a:solidFill>
              </a:rPr>
              <a:t>ratings, reviews, and popularity indicators</a:t>
            </a:r>
            <a:br>
              <a:rPr lang="en-US" sz="1200" dirty="0">
                <a:solidFill>
                  <a:schemeClr val="tx1"/>
                </a:solidFill>
              </a:rPr>
            </a:br>
            <a:r>
              <a:rPr lang="en-US" sz="1200" b="1" dirty="0">
                <a:solidFill>
                  <a:schemeClr val="tx1"/>
                </a:solidFill>
              </a:rPr>
              <a:t>Manually generated / simulated data :</a:t>
            </a:r>
            <a:r>
              <a:rPr lang="en-US" sz="1200" dirty="0">
                <a:solidFill>
                  <a:schemeClr val="tx1"/>
                </a:solidFill>
              </a:rPr>
              <a:t> for parameters not directly available</a:t>
            </a:r>
            <a:br>
              <a:rPr lang="en-US" sz="1600" dirty="0"/>
            </a:br>
            <a:endParaRPr lang="en-IN" sz="900" dirty="0">
              <a:solidFill>
                <a:schemeClr val="tx1"/>
              </a:solidFill>
            </a:endParaRPr>
          </a:p>
        </p:txBody>
      </p:sp>
      <p:pic>
        <p:nvPicPr>
          <p:cNvPr id="5" name="Picture 4">
            <a:extLst>
              <a:ext uri="{FF2B5EF4-FFF2-40B4-BE49-F238E27FC236}">
                <a16:creationId xmlns:a16="http://schemas.microsoft.com/office/drawing/2014/main" id="{596AA5F6-9347-8CB2-A5FA-1E388C091311}"/>
              </a:ext>
            </a:extLst>
          </p:cNvPr>
          <p:cNvPicPr>
            <a:picLocks noChangeAspect="1"/>
          </p:cNvPicPr>
          <p:nvPr/>
        </p:nvPicPr>
        <p:blipFill>
          <a:blip r:embed="rId3"/>
          <a:stretch>
            <a:fillRect/>
          </a:stretch>
        </p:blipFill>
        <p:spPr>
          <a:xfrm>
            <a:off x="1427579" y="2781300"/>
            <a:ext cx="5624378" cy="2024278"/>
          </a:xfrm>
          <a:prstGeom prst="rect">
            <a:avLst/>
          </a:prstGeom>
        </p:spPr>
      </p:pic>
    </p:spTree>
    <p:extLst>
      <p:ext uri="{BB962C8B-B14F-4D97-AF65-F5344CB8AC3E}">
        <p14:creationId xmlns:p14="http://schemas.microsoft.com/office/powerpoint/2010/main" val="95424444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14">
          <a:extLst>
            <a:ext uri="{FF2B5EF4-FFF2-40B4-BE49-F238E27FC236}">
              <a16:creationId xmlns:a16="http://schemas.microsoft.com/office/drawing/2014/main" id="{516D6F0D-5D42-A934-36A6-FE300CE64097}"/>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E8AF52FD-A3DA-F149-B01D-4B84D4FCB875}"/>
              </a:ext>
            </a:extLst>
          </p:cNvPr>
          <p:cNvSpPr txBox="1"/>
          <p:nvPr/>
        </p:nvSpPr>
        <p:spPr>
          <a:xfrm>
            <a:off x="365760" y="220980"/>
            <a:ext cx="8595360" cy="4421723"/>
          </a:xfrm>
          <a:prstGeom prst="rect">
            <a:avLst/>
          </a:prstGeom>
          <a:noFill/>
        </p:spPr>
        <p:txBody>
          <a:bodyPr wrap="square">
            <a:spAutoFit/>
          </a:bodyPr>
          <a:lstStyle/>
          <a:p>
            <a:pPr>
              <a:spcAft>
                <a:spcPts val="1000"/>
              </a:spcAft>
            </a:pPr>
            <a:r>
              <a:rPr lang="en-IN" sz="3200" b="1" dirty="0">
                <a:solidFill>
                  <a:srgbClr val="00B0F0"/>
                </a:solidFill>
              </a:rPr>
              <a:t>Data Cleaning &amp; Normalization</a:t>
            </a:r>
            <a:endParaRPr lang="en-IN" sz="3600" dirty="0">
              <a:solidFill>
                <a:srgbClr val="00B0F0"/>
              </a:solidFill>
            </a:endParaRPr>
          </a:p>
          <a:p>
            <a:r>
              <a:rPr lang="en-US" sz="1200" dirty="0">
                <a:solidFill>
                  <a:schemeClr val="tx1"/>
                </a:solidFill>
              </a:rPr>
              <a:t>The collected data from multiple sources may contain missing values, inconsistencies, and different formats. Therefore, data cleaning is performed to remove duplicates, handle missing entries, and ensure consistency across all attributes. After cleaning, normalization is applied to convert all parameters into a common scale of 0 to 10. This standardization allows fair comparison and enables effective processing in the fuzzy logic system.</a:t>
            </a:r>
            <a:br>
              <a:rPr lang="en-US" sz="1200" dirty="0">
                <a:solidFill>
                  <a:schemeClr val="tx1"/>
                </a:solidFill>
              </a:rPr>
            </a:br>
            <a:br>
              <a:rPr lang="en-US" sz="1200" dirty="0">
                <a:solidFill>
                  <a:schemeClr val="tx1"/>
                </a:solidFill>
              </a:rPr>
            </a:br>
            <a:r>
              <a:rPr lang="en-US" sz="1200" b="1" dirty="0">
                <a:solidFill>
                  <a:srgbClr val="FDE68A"/>
                </a:solidFill>
              </a:rPr>
              <a:t>Data Cleaning Steps:</a:t>
            </a:r>
            <a:br>
              <a:rPr lang="en-US" sz="1200" b="1" dirty="0">
                <a:solidFill>
                  <a:schemeClr val="tx1"/>
                </a:solidFill>
              </a:rPr>
            </a:br>
            <a:br>
              <a:rPr lang="en-US" sz="1200" dirty="0">
                <a:solidFill>
                  <a:schemeClr val="tx1"/>
                </a:solidFill>
              </a:rPr>
            </a:br>
            <a:r>
              <a:rPr lang="en-US" sz="1200" dirty="0">
                <a:solidFill>
                  <a:schemeClr val="tx1"/>
                </a:solidFill>
              </a:rPr>
              <a:t>&gt; Removed duplicate entries</a:t>
            </a:r>
            <a:br>
              <a:rPr lang="en-US" sz="1200" dirty="0">
                <a:solidFill>
                  <a:schemeClr val="tx1"/>
                </a:solidFill>
              </a:rPr>
            </a:br>
            <a:r>
              <a:rPr lang="en-US" sz="1200" dirty="0">
                <a:solidFill>
                  <a:schemeClr val="tx1"/>
                </a:solidFill>
              </a:rPr>
              <a:t>&gt; Handled missing values (filled or filtered)</a:t>
            </a:r>
            <a:br>
              <a:rPr lang="en-US" sz="1200" dirty="0">
                <a:solidFill>
                  <a:schemeClr val="tx1"/>
                </a:solidFill>
              </a:rPr>
            </a:br>
            <a:r>
              <a:rPr lang="en-US" sz="1200" dirty="0">
                <a:solidFill>
                  <a:schemeClr val="tx1"/>
                </a:solidFill>
              </a:rPr>
              <a:t>&gt; Standardized formats (e.g., ratings, distances)</a:t>
            </a:r>
            <a:br>
              <a:rPr lang="en-US" sz="1200" dirty="0">
                <a:solidFill>
                  <a:schemeClr val="tx1"/>
                </a:solidFill>
              </a:rPr>
            </a:br>
            <a:r>
              <a:rPr lang="en-US" sz="1200" dirty="0">
                <a:solidFill>
                  <a:schemeClr val="tx1"/>
                </a:solidFill>
              </a:rPr>
              <a:t>&gt; Ensured valid latitude and longitude values</a:t>
            </a:r>
            <a:br>
              <a:rPr lang="en-US" sz="1200" dirty="0">
                <a:solidFill>
                  <a:schemeClr val="tx1"/>
                </a:solidFill>
              </a:rPr>
            </a:br>
            <a:r>
              <a:rPr lang="en-US" sz="1200" dirty="0">
                <a:solidFill>
                  <a:schemeClr val="tx1"/>
                </a:solidFill>
              </a:rPr>
              <a:t>&gt; Normalization (0-10 Scale)</a:t>
            </a:r>
            <a:br>
              <a:rPr lang="en-US" sz="1200" dirty="0">
                <a:solidFill>
                  <a:schemeClr val="tx1"/>
                </a:solidFill>
              </a:rPr>
            </a:br>
            <a:br>
              <a:rPr lang="en-US" sz="1200" dirty="0">
                <a:solidFill>
                  <a:schemeClr val="tx1"/>
                </a:solidFill>
              </a:rPr>
            </a:br>
            <a:r>
              <a:rPr lang="en-US" sz="1200" b="1" dirty="0">
                <a:solidFill>
                  <a:srgbClr val="FDE68A"/>
                </a:solidFill>
              </a:rPr>
              <a:t>Different parameters have different units:</a:t>
            </a:r>
            <a:br>
              <a:rPr lang="en-US" sz="1200" dirty="0">
                <a:solidFill>
                  <a:schemeClr val="tx1"/>
                </a:solidFill>
              </a:rPr>
            </a:br>
            <a:br>
              <a:rPr lang="en-US" sz="1200" dirty="0">
                <a:solidFill>
                  <a:schemeClr val="tx1"/>
                </a:solidFill>
              </a:rPr>
            </a:br>
            <a:r>
              <a:rPr lang="en-US" sz="1200" dirty="0">
                <a:solidFill>
                  <a:schemeClr val="tx1"/>
                </a:solidFill>
              </a:rPr>
              <a:t>Distance → kilometers</a:t>
            </a:r>
            <a:br>
              <a:rPr lang="en-US" sz="1200" dirty="0">
                <a:solidFill>
                  <a:schemeClr val="tx1"/>
                </a:solidFill>
              </a:rPr>
            </a:br>
            <a:r>
              <a:rPr lang="en-US" sz="1200" dirty="0">
                <a:solidFill>
                  <a:schemeClr val="tx1"/>
                </a:solidFill>
              </a:rPr>
              <a:t>Cost → currency</a:t>
            </a:r>
            <a:br>
              <a:rPr lang="en-US" sz="1200" dirty="0">
                <a:solidFill>
                  <a:schemeClr val="tx1"/>
                </a:solidFill>
              </a:rPr>
            </a:br>
            <a:r>
              <a:rPr lang="en-US" sz="1200" dirty="0">
                <a:solidFill>
                  <a:schemeClr val="tx1"/>
                </a:solidFill>
              </a:rPr>
              <a:t>Ratings → 1-5 scale</a:t>
            </a:r>
          </a:p>
          <a:p>
            <a:endParaRPr lang="en-US" sz="1200" dirty="0">
              <a:solidFill>
                <a:schemeClr val="tx1"/>
              </a:solidFill>
            </a:endParaRPr>
          </a:p>
          <a:p>
            <a:r>
              <a:rPr lang="en-US" sz="1200" b="1" dirty="0">
                <a:solidFill>
                  <a:srgbClr val="FDE68A"/>
                </a:solidFill>
              </a:rPr>
              <a:t>we convert everything to:       </a:t>
            </a:r>
            <a:r>
              <a:rPr lang="en-US" sz="1200" dirty="0">
                <a:solidFill>
                  <a:schemeClr val="tx1"/>
                </a:solidFill>
              </a:rPr>
              <a:t>0 - worst 10 - best</a:t>
            </a:r>
            <a:br>
              <a:rPr lang="en-US" sz="3600" dirty="0"/>
            </a:br>
            <a:endParaRPr lang="en-IN" sz="100" dirty="0">
              <a:solidFill>
                <a:schemeClr val="tx1"/>
              </a:solidFill>
            </a:endParaRPr>
          </a:p>
        </p:txBody>
      </p:sp>
    </p:spTree>
    <p:extLst>
      <p:ext uri="{BB962C8B-B14F-4D97-AF65-F5344CB8AC3E}">
        <p14:creationId xmlns:p14="http://schemas.microsoft.com/office/powerpoint/2010/main" val="94614452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14">
          <a:extLst>
            <a:ext uri="{FF2B5EF4-FFF2-40B4-BE49-F238E27FC236}">
              <a16:creationId xmlns:a16="http://schemas.microsoft.com/office/drawing/2014/main" id="{2B894E7E-A022-1D16-AE10-20E8879C58AE}"/>
            </a:ext>
          </a:extLst>
        </p:cNvPr>
        <p:cNvGrpSpPr/>
        <p:nvPr/>
      </p:nvGrpSpPr>
      <p:grpSpPr>
        <a:xfrm>
          <a:off x="0" y="0"/>
          <a:ext cx="0" cy="0"/>
          <a:chOff x="0" y="0"/>
          <a:chExt cx="0" cy="0"/>
        </a:xfrm>
      </p:grpSpPr>
      <p:sp>
        <p:nvSpPr>
          <p:cNvPr id="4" name="Rectangle: Rounded Corners 3">
            <a:extLst>
              <a:ext uri="{FF2B5EF4-FFF2-40B4-BE49-F238E27FC236}">
                <a16:creationId xmlns:a16="http://schemas.microsoft.com/office/drawing/2014/main" id="{D0C950C3-D4C0-B042-F892-61DEC0DAC802}"/>
              </a:ext>
            </a:extLst>
          </p:cNvPr>
          <p:cNvSpPr/>
          <p:nvPr/>
        </p:nvSpPr>
        <p:spPr>
          <a:xfrm>
            <a:off x="2880360" y="1645920"/>
            <a:ext cx="1264920" cy="396240"/>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7" name="TextBox 6">
            <a:extLst>
              <a:ext uri="{FF2B5EF4-FFF2-40B4-BE49-F238E27FC236}">
                <a16:creationId xmlns:a16="http://schemas.microsoft.com/office/drawing/2014/main" id="{A3164398-782A-B204-AAC3-64B636CB10CC}"/>
              </a:ext>
            </a:extLst>
          </p:cNvPr>
          <p:cNvSpPr txBox="1"/>
          <p:nvPr/>
        </p:nvSpPr>
        <p:spPr>
          <a:xfrm>
            <a:off x="365760" y="220980"/>
            <a:ext cx="8412480" cy="4724370"/>
          </a:xfrm>
          <a:prstGeom prst="rect">
            <a:avLst/>
          </a:prstGeom>
          <a:noFill/>
        </p:spPr>
        <p:txBody>
          <a:bodyPr wrap="square">
            <a:spAutoFit/>
          </a:bodyPr>
          <a:lstStyle/>
          <a:p>
            <a:r>
              <a:rPr lang="en-IN" sz="3200" b="1" dirty="0">
                <a:solidFill>
                  <a:srgbClr val="00B0F0"/>
                </a:solidFill>
              </a:rPr>
              <a:t>Fuzzification &amp; Membership Functions</a:t>
            </a:r>
          </a:p>
          <a:p>
            <a:br>
              <a:rPr lang="en-IN" b="1" dirty="0">
                <a:solidFill>
                  <a:schemeClr val="tx1"/>
                </a:solidFill>
              </a:rPr>
            </a:br>
            <a:r>
              <a:rPr lang="en-US" sz="1200" dirty="0">
                <a:solidFill>
                  <a:schemeClr val="tx1"/>
                </a:solidFill>
              </a:rPr>
              <a:t>In this step, normalized numerical values are converted into fuzzy values such as Low, Medium, and High using membership functions. Each input value does not belong to just one category, but can partially belong to multiple categories. This allows the system to handle uncertainty and mimic human decision-making.</a:t>
            </a:r>
          </a:p>
          <a:p>
            <a:br>
              <a:rPr lang="en-US" sz="1200" dirty="0">
                <a:solidFill>
                  <a:schemeClr val="tx1"/>
                </a:solidFill>
              </a:rPr>
            </a:br>
            <a:r>
              <a:rPr lang="en-US" sz="1200" dirty="0">
                <a:solidFill>
                  <a:schemeClr val="tx1"/>
                </a:solidFill>
              </a:rPr>
              <a:t>                                                             </a:t>
            </a:r>
            <a:r>
              <a:rPr lang="en-US" b="1" dirty="0">
                <a:solidFill>
                  <a:schemeClr val="tx1"/>
                </a:solidFill>
              </a:rPr>
              <a:t>μ(x) ∈ [0,1]</a:t>
            </a:r>
          </a:p>
          <a:p>
            <a:endParaRPr lang="en-US" sz="1200" b="1" dirty="0">
              <a:solidFill>
                <a:schemeClr val="tx1"/>
              </a:solidFill>
            </a:endParaRPr>
          </a:p>
          <a:p>
            <a:br>
              <a:rPr lang="en-US" sz="1200" dirty="0">
                <a:solidFill>
                  <a:schemeClr val="tx1"/>
                </a:solidFill>
              </a:rPr>
            </a:br>
            <a:r>
              <a:rPr lang="en-US" sz="1200" dirty="0">
                <a:solidFill>
                  <a:schemeClr val="tx1"/>
                </a:solidFill>
              </a:rPr>
              <a:t>&gt; Uses triangular membership functions</a:t>
            </a:r>
            <a:br>
              <a:rPr lang="en-US" sz="1200" dirty="0">
                <a:solidFill>
                  <a:schemeClr val="tx1"/>
                </a:solidFill>
              </a:rPr>
            </a:br>
            <a:r>
              <a:rPr lang="en-US" sz="1200" dirty="0">
                <a:solidFill>
                  <a:schemeClr val="tx1"/>
                </a:solidFill>
              </a:rPr>
              <a:t>&gt; Output values range from 0 to 1</a:t>
            </a:r>
            <a:br>
              <a:rPr lang="en-US" sz="1200" dirty="0">
                <a:solidFill>
                  <a:schemeClr val="tx1"/>
                </a:solidFill>
              </a:rPr>
            </a:br>
            <a:r>
              <a:rPr lang="en-US" sz="1200" dirty="0">
                <a:solidFill>
                  <a:schemeClr val="tx1"/>
                </a:solidFill>
              </a:rPr>
              <a:t>&gt; One input → multiple memberships</a:t>
            </a:r>
            <a:br>
              <a:rPr lang="en-US" sz="1200" dirty="0">
                <a:solidFill>
                  <a:schemeClr val="tx1"/>
                </a:solidFill>
              </a:rPr>
            </a:br>
            <a:r>
              <a:rPr lang="en-US" sz="1200" dirty="0">
                <a:solidFill>
                  <a:schemeClr val="tx1"/>
                </a:solidFill>
              </a:rPr>
              <a:t>&gt; Enables smooth transitions between categories</a:t>
            </a:r>
            <a:br>
              <a:rPr lang="en-US" sz="1200" dirty="0">
                <a:solidFill>
                  <a:schemeClr val="tx1"/>
                </a:solidFill>
              </a:rPr>
            </a:br>
            <a:br>
              <a:rPr lang="en-US" sz="1200" dirty="0">
                <a:solidFill>
                  <a:schemeClr val="tx1"/>
                </a:solidFill>
              </a:rPr>
            </a:br>
            <a:r>
              <a:rPr lang="en-US" sz="1200" dirty="0">
                <a:solidFill>
                  <a:schemeClr val="tx1"/>
                </a:solidFill>
              </a:rPr>
              <a:t>Each value (0-10) is mapped using the graph:</a:t>
            </a:r>
            <a:br>
              <a:rPr lang="en-US" sz="1200" dirty="0">
                <a:solidFill>
                  <a:schemeClr val="tx1"/>
                </a:solidFill>
              </a:rPr>
            </a:br>
            <a:br>
              <a:rPr lang="en-US" sz="1200" dirty="0">
                <a:solidFill>
                  <a:schemeClr val="tx1"/>
                </a:solidFill>
              </a:rPr>
            </a:br>
            <a:r>
              <a:rPr lang="en-US" sz="1200" dirty="0">
                <a:solidFill>
                  <a:schemeClr val="tx1"/>
                </a:solidFill>
              </a:rPr>
              <a:t>Example: Taste = 8</a:t>
            </a:r>
            <a:br>
              <a:rPr lang="en-US" sz="1200" dirty="0">
                <a:solidFill>
                  <a:schemeClr val="tx1"/>
                </a:solidFill>
              </a:rPr>
            </a:br>
            <a:br>
              <a:rPr lang="en-US" sz="1200" dirty="0">
                <a:solidFill>
                  <a:schemeClr val="tx1"/>
                </a:solidFill>
              </a:rPr>
            </a:br>
            <a:r>
              <a:rPr lang="en-US" sz="1200" b="1" dirty="0">
                <a:solidFill>
                  <a:srgbClr val="FDE68A"/>
                </a:solidFill>
              </a:rPr>
              <a:t>From the graph:</a:t>
            </a:r>
            <a:br>
              <a:rPr lang="en-US" sz="1200" dirty="0">
                <a:solidFill>
                  <a:schemeClr val="tx1"/>
                </a:solidFill>
              </a:rPr>
            </a:br>
            <a:br>
              <a:rPr lang="en-US" sz="1200" dirty="0">
                <a:solidFill>
                  <a:schemeClr val="tx1"/>
                </a:solidFill>
              </a:rPr>
            </a:br>
            <a:r>
              <a:rPr lang="en-US" sz="1200" dirty="0">
                <a:solidFill>
                  <a:schemeClr val="tx1"/>
                </a:solidFill>
              </a:rPr>
              <a:t>Bad (Low) → 0</a:t>
            </a:r>
            <a:br>
              <a:rPr lang="en-US" sz="1200" dirty="0">
                <a:solidFill>
                  <a:schemeClr val="tx1"/>
                </a:solidFill>
              </a:rPr>
            </a:br>
            <a:r>
              <a:rPr lang="en-US" sz="1200" dirty="0">
                <a:solidFill>
                  <a:schemeClr val="tx1"/>
                </a:solidFill>
              </a:rPr>
              <a:t>Okay (Medium) → ~0.3-0.4</a:t>
            </a:r>
            <a:br>
              <a:rPr lang="en-US" sz="1200" dirty="0">
                <a:solidFill>
                  <a:schemeClr val="tx1"/>
                </a:solidFill>
              </a:rPr>
            </a:br>
            <a:r>
              <a:rPr lang="en-US" sz="1200" dirty="0">
                <a:solidFill>
                  <a:schemeClr val="tx1"/>
                </a:solidFill>
              </a:rPr>
              <a:t>Delicious (High) → ~0.6-0.7</a:t>
            </a:r>
            <a:br>
              <a:rPr lang="en-US" dirty="0">
                <a:solidFill>
                  <a:schemeClr val="tx1"/>
                </a:solidFill>
              </a:rPr>
            </a:br>
            <a:endParaRPr lang="en-IN" sz="100" dirty="0">
              <a:solidFill>
                <a:schemeClr val="tx1"/>
              </a:solidFill>
            </a:endParaRPr>
          </a:p>
        </p:txBody>
      </p:sp>
      <p:pic>
        <p:nvPicPr>
          <p:cNvPr id="2" name="Picture 1">
            <a:extLst>
              <a:ext uri="{FF2B5EF4-FFF2-40B4-BE49-F238E27FC236}">
                <a16:creationId xmlns:a16="http://schemas.microsoft.com/office/drawing/2014/main" id="{412F0FDF-D75B-203E-38FE-EDCFE14F9B8C}"/>
              </a:ext>
            </a:extLst>
          </p:cNvPr>
          <p:cNvPicPr>
            <a:picLocks noChangeAspect="1"/>
          </p:cNvPicPr>
          <p:nvPr/>
        </p:nvPicPr>
        <p:blipFill>
          <a:blip r:embed="rId3"/>
          <a:stretch>
            <a:fillRect/>
          </a:stretch>
        </p:blipFill>
        <p:spPr>
          <a:xfrm>
            <a:off x="4638745" y="2418238"/>
            <a:ext cx="3886200" cy="2331720"/>
          </a:xfrm>
          <a:prstGeom prst="rect">
            <a:avLst/>
          </a:prstGeom>
        </p:spPr>
      </p:pic>
    </p:spTree>
    <p:extLst>
      <p:ext uri="{BB962C8B-B14F-4D97-AF65-F5344CB8AC3E}">
        <p14:creationId xmlns:p14="http://schemas.microsoft.com/office/powerpoint/2010/main" val="423829147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14">
          <a:extLst>
            <a:ext uri="{FF2B5EF4-FFF2-40B4-BE49-F238E27FC236}">
              <a16:creationId xmlns:a16="http://schemas.microsoft.com/office/drawing/2014/main" id="{E5B7313A-2FF8-380F-0F07-8FFA97DA0F61}"/>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D58FCA18-C6C1-9301-891D-0E075DD67AC5}"/>
              </a:ext>
            </a:extLst>
          </p:cNvPr>
          <p:cNvSpPr txBox="1"/>
          <p:nvPr/>
        </p:nvSpPr>
        <p:spPr>
          <a:xfrm>
            <a:off x="365760" y="220980"/>
            <a:ext cx="8412480" cy="584775"/>
          </a:xfrm>
          <a:prstGeom prst="rect">
            <a:avLst/>
          </a:prstGeom>
          <a:noFill/>
        </p:spPr>
        <p:txBody>
          <a:bodyPr wrap="square">
            <a:spAutoFit/>
          </a:bodyPr>
          <a:lstStyle/>
          <a:p>
            <a:pPr>
              <a:spcBef>
                <a:spcPts val="2000"/>
              </a:spcBef>
            </a:pPr>
            <a:r>
              <a:rPr lang="en-US" sz="3200" b="1" dirty="0">
                <a:solidFill>
                  <a:schemeClr val="accent4"/>
                </a:solidFill>
              </a:rPr>
              <a:t>Fuzzy Rule Base &amp; Rule Evaluation</a:t>
            </a:r>
          </a:p>
        </p:txBody>
      </p:sp>
      <p:sp>
        <p:nvSpPr>
          <p:cNvPr id="2" name="TextBox 1">
            <a:extLst>
              <a:ext uri="{FF2B5EF4-FFF2-40B4-BE49-F238E27FC236}">
                <a16:creationId xmlns:a16="http://schemas.microsoft.com/office/drawing/2014/main" id="{FCECF101-0375-E491-1CBB-265A495DADC4}"/>
              </a:ext>
            </a:extLst>
          </p:cNvPr>
          <p:cNvSpPr txBox="1"/>
          <p:nvPr/>
        </p:nvSpPr>
        <p:spPr>
          <a:xfrm>
            <a:off x="434340" y="922020"/>
            <a:ext cx="8412480" cy="4401205"/>
          </a:xfrm>
          <a:prstGeom prst="rect">
            <a:avLst/>
          </a:prstGeom>
          <a:noFill/>
        </p:spPr>
        <p:txBody>
          <a:bodyPr wrap="square" rtlCol="0">
            <a:spAutoFit/>
          </a:bodyPr>
          <a:lstStyle/>
          <a:p>
            <a:r>
              <a:rPr lang="en-US" b="1" dirty="0">
                <a:solidFill>
                  <a:srgbClr val="FDE68A"/>
                </a:solidFill>
              </a:rPr>
              <a:t>Rule Base</a:t>
            </a:r>
          </a:p>
          <a:p>
            <a:br>
              <a:rPr lang="en-US" sz="1200" dirty="0">
                <a:solidFill>
                  <a:schemeClr val="tx1"/>
                </a:solidFill>
              </a:rPr>
            </a:br>
            <a:r>
              <a:rPr lang="en-US" sz="1200" dirty="0">
                <a:solidFill>
                  <a:schemeClr val="tx1"/>
                </a:solidFill>
              </a:rPr>
              <a:t>The fuzzy rule base consists of a set of IF-THEN rules that model human decision-making. These rules combine different input parameters such as distance, cost, quality, taste, and ambience to determine the overall suitability of a place.</a:t>
            </a:r>
            <a:br>
              <a:rPr lang="en-US" sz="1200" dirty="0">
                <a:solidFill>
                  <a:schemeClr val="tx1"/>
                </a:solidFill>
              </a:rPr>
            </a:br>
            <a:br>
              <a:rPr lang="en-US" sz="1200" dirty="0">
                <a:solidFill>
                  <a:schemeClr val="tx1"/>
                </a:solidFill>
              </a:rPr>
            </a:br>
            <a:r>
              <a:rPr lang="en-US" sz="1200" dirty="0">
                <a:solidFill>
                  <a:schemeClr val="tx1"/>
                </a:solidFill>
              </a:rPr>
              <a:t>IF Taste = High AND Quality = High → 95  </a:t>
            </a:r>
            <a:br>
              <a:rPr lang="en-US" sz="1200" dirty="0">
                <a:solidFill>
                  <a:schemeClr val="tx1"/>
                </a:solidFill>
              </a:rPr>
            </a:br>
            <a:r>
              <a:rPr lang="en-US" sz="1200" dirty="0">
                <a:solidFill>
                  <a:schemeClr val="tx1"/>
                </a:solidFill>
              </a:rPr>
              <a:t>IF Cost = High AND Distance = High → 30  </a:t>
            </a:r>
            <a:br>
              <a:rPr lang="en-US" sz="1200" dirty="0">
                <a:solidFill>
                  <a:schemeClr val="tx1"/>
                </a:solidFill>
              </a:rPr>
            </a:br>
            <a:r>
              <a:rPr lang="en-US" sz="1200" dirty="0">
                <a:solidFill>
                  <a:schemeClr val="tx1"/>
                </a:solidFill>
              </a:rPr>
              <a:t>IF Taste = Medium AND Ambience = Medium → 70  </a:t>
            </a:r>
            <a:br>
              <a:rPr lang="en-US" sz="1200" dirty="0">
                <a:solidFill>
                  <a:schemeClr val="tx1"/>
                </a:solidFill>
              </a:rPr>
            </a:br>
            <a:r>
              <a:rPr lang="en-US" sz="1200" dirty="0">
                <a:solidFill>
                  <a:schemeClr val="tx1"/>
                </a:solidFill>
              </a:rPr>
              <a:t>IF Taste = Low → 20  </a:t>
            </a:r>
            <a:br>
              <a:rPr lang="en-US" sz="1200" dirty="0">
                <a:solidFill>
                  <a:schemeClr val="tx1"/>
                </a:solidFill>
              </a:rPr>
            </a:br>
            <a:br>
              <a:rPr lang="en-US" sz="1200" dirty="0">
                <a:solidFill>
                  <a:schemeClr val="tx1"/>
                </a:solidFill>
              </a:rPr>
            </a:br>
            <a:r>
              <a:rPr lang="en-US" sz="1200" dirty="0">
                <a:solidFill>
                  <a:schemeClr val="tx1"/>
                </a:solidFill>
              </a:rPr>
              <a:t>Instead of checking all 243 combinations, we use optimized rules (~40–50 rules)</a:t>
            </a:r>
            <a:br>
              <a:rPr lang="en-US" sz="1200" dirty="0">
                <a:solidFill>
                  <a:schemeClr val="tx1"/>
                </a:solidFill>
              </a:rPr>
            </a:br>
            <a:br>
              <a:rPr lang="en-US" sz="1200" dirty="0">
                <a:solidFill>
                  <a:schemeClr val="tx1"/>
                </a:solidFill>
              </a:rPr>
            </a:br>
            <a:r>
              <a:rPr lang="en-US" b="1" dirty="0">
                <a:solidFill>
                  <a:srgbClr val="FDE68A"/>
                </a:solidFill>
              </a:rPr>
              <a:t>Rule Evaluation</a:t>
            </a:r>
            <a:br>
              <a:rPr lang="en-US" sz="1200" dirty="0">
                <a:solidFill>
                  <a:schemeClr val="tx1"/>
                </a:solidFill>
              </a:rPr>
            </a:br>
            <a:br>
              <a:rPr lang="en-US" sz="1200" dirty="0">
                <a:solidFill>
                  <a:schemeClr val="tx1"/>
                </a:solidFill>
              </a:rPr>
            </a:br>
            <a:r>
              <a:rPr lang="en-US" sz="1200" dirty="0">
                <a:solidFill>
                  <a:schemeClr val="tx1"/>
                </a:solidFill>
              </a:rPr>
              <a:t>During rule evaluation, multiple rules are activated simultaneously based on the fuzzy input values. The AND condition in each rule is evaluated using the MIN operator to determine the rule strength.</a:t>
            </a:r>
            <a:br>
              <a:rPr lang="en-US" sz="1200" dirty="0">
                <a:solidFill>
                  <a:schemeClr val="tx1"/>
                </a:solidFill>
              </a:rPr>
            </a:br>
            <a:br>
              <a:rPr lang="en-US" sz="1200" dirty="0">
                <a:solidFill>
                  <a:schemeClr val="tx1"/>
                </a:solidFill>
              </a:rPr>
            </a:br>
            <a:r>
              <a:rPr lang="en-US" sz="1200" b="1" dirty="0">
                <a:solidFill>
                  <a:schemeClr val="tx1"/>
                </a:solidFill>
              </a:rPr>
              <a:t>Example</a:t>
            </a:r>
          </a:p>
          <a:p>
            <a:br>
              <a:rPr lang="en-US" sz="1200" dirty="0">
                <a:solidFill>
                  <a:schemeClr val="tx1"/>
                </a:solidFill>
              </a:rPr>
            </a:br>
            <a:r>
              <a:rPr lang="en-US" sz="1200" dirty="0">
                <a:solidFill>
                  <a:schemeClr val="tx1"/>
                </a:solidFill>
              </a:rPr>
              <a:t>Taste (High) = 0.9  </a:t>
            </a:r>
            <a:br>
              <a:rPr lang="en-US" sz="1200" dirty="0">
                <a:solidFill>
                  <a:schemeClr val="tx1"/>
                </a:solidFill>
              </a:rPr>
            </a:br>
            <a:r>
              <a:rPr lang="en-US" sz="1200" dirty="0">
                <a:solidFill>
                  <a:schemeClr val="tx1"/>
                </a:solidFill>
              </a:rPr>
              <a:t>Quality (High) = 0.8  </a:t>
            </a:r>
            <a:br>
              <a:rPr lang="en-US" sz="1200" dirty="0">
                <a:solidFill>
                  <a:schemeClr val="tx1"/>
                </a:solidFill>
              </a:rPr>
            </a:br>
            <a:br>
              <a:rPr lang="en-US" sz="1200" dirty="0">
                <a:solidFill>
                  <a:schemeClr val="tx1"/>
                </a:solidFill>
              </a:rPr>
            </a:br>
            <a:endParaRPr lang="en-IN" sz="1200" dirty="0"/>
          </a:p>
        </p:txBody>
      </p:sp>
      <p:sp>
        <p:nvSpPr>
          <p:cNvPr id="3" name="TextBox 2">
            <a:extLst>
              <a:ext uri="{FF2B5EF4-FFF2-40B4-BE49-F238E27FC236}">
                <a16:creationId xmlns:a16="http://schemas.microsoft.com/office/drawing/2014/main" id="{550B088A-69E5-4EEE-BE24-293DB93FD3C8}"/>
              </a:ext>
            </a:extLst>
          </p:cNvPr>
          <p:cNvSpPr txBox="1"/>
          <p:nvPr/>
        </p:nvSpPr>
        <p:spPr>
          <a:xfrm>
            <a:off x="2407920" y="4221480"/>
            <a:ext cx="5140960" cy="1184940"/>
          </a:xfrm>
          <a:prstGeom prst="rect">
            <a:avLst/>
          </a:prstGeom>
          <a:noFill/>
        </p:spPr>
        <p:txBody>
          <a:bodyPr wrap="square" rtlCol="0">
            <a:spAutoFit/>
          </a:bodyPr>
          <a:lstStyle/>
          <a:p>
            <a:r>
              <a:rPr lang="en-US" sz="1200" b="1" dirty="0">
                <a:solidFill>
                  <a:schemeClr val="tx1"/>
                </a:solidFill>
              </a:rPr>
              <a:t>Rule</a:t>
            </a:r>
          </a:p>
          <a:p>
            <a:br>
              <a:rPr lang="en-US" sz="1200" dirty="0">
                <a:solidFill>
                  <a:schemeClr val="tx1"/>
                </a:solidFill>
              </a:rPr>
            </a:br>
            <a:r>
              <a:rPr lang="en-US" sz="1200" dirty="0">
                <a:solidFill>
                  <a:schemeClr val="tx1"/>
                </a:solidFill>
              </a:rPr>
              <a:t>IF Taste = High AND Quality = High</a:t>
            </a:r>
            <a:br>
              <a:rPr lang="en-US" sz="1200" dirty="0">
                <a:solidFill>
                  <a:schemeClr val="tx1"/>
                </a:solidFill>
              </a:rPr>
            </a:br>
            <a:br>
              <a:rPr lang="en-US" sz="1200" dirty="0">
                <a:solidFill>
                  <a:schemeClr val="tx1"/>
                </a:solidFill>
              </a:rPr>
            </a:br>
            <a:br>
              <a:rPr lang="en-US" sz="1000" dirty="0">
                <a:solidFill>
                  <a:schemeClr val="tx1"/>
                </a:solidFill>
              </a:rPr>
            </a:br>
            <a:endParaRPr lang="en-IN" sz="100" dirty="0">
              <a:solidFill>
                <a:schemeClr val="tx1"/>
              </a:solidFill>
            </a:endParaRPr>
          </a:p>
          <a:p>
            <a:endParaRPr lang="en-IN" sz="1200" dirty="0"/>
          </a:p>
        </p:txBody>
      </p:sp>
      <p:sp>
        <p:nvSpPr>
          <p:cNvPr id="4" name="TextBox 3">
            <a:extLst>
              <a:ext uri="{FF2B5EF4-FFF2-40B4-BE49-F238E27FC236}">
                <a16:creationId xmlns:a16="http://schemas.microsoft.com/office/drawing/2014/main" id="{CC7681A8-4068-0071-A111-2D23FCEDBBD4}"/>
              </a:ext>
            </a:extLst>
          </p:cNvPr>
          <p:cNvSpPr txBox="1"/>
          <p:nvPr/>
        </p:nvSpPr>
        <p:spPr>
          <a:xfrm>
            <a:off x="5289550" y="4221480"/>
            <a:ext cx="4206240" cy="646331"/>
          </a:xfrm>
          <a:prstGeom prst="rect">
            <a:avLst/>
          </a:prstGeom>
          <a:noFill/>
        </p:spPr>
        <p:txBody>
          <a:bodyPr wrap="square" rtlCol="0">
            <a:spAutoFit/>
          </a:bodyPr>
          <a:lstStyle/>
          <a:p>
            <a:r>
              <a:rPr lang="en-US" sz="1200" b="1" dirty="0">
                <a:solidFill>
                  <a:schemeClr val="tx1"/>
                </a:solidFill>
              </a:rPr>
              <a:t>Rule Strength:</a:t>
            </a:r>
          </a:p>
          <a:p>
            <a:br>
              <a:rPr lang="en-US" sz="1200" dirty="0">
                <a:solidFill>
                  <a:schemeClr val="tx1"/>
                </a:solidFill>
              </a:rPr>
            </a:br>
            <a:r>
              <a:rPr lang="en-US" sz="1200" dirty="0">
                <a:solidFill>
                  <a:schemeClr val="tx1"/>
                </a:solidFill>
              </a:rPr>
              <a:t>min(0.9, 0.8) = 0.8</a:t>
            </a:r>
            <a:endParaRPr lang="en-IN" sz="1200" dirty="0">
              <a:solidFill>
                <a:schemeClr val="tx1"/>
              </a:solidFill>
            </a:endParaRPr>
          </a:p>
        </p:txBody>
      </p:sp>
    </p:spTree>
    <p:extLst>
      <p:ext uri="{BB962C8B-B14F-4D97-AF65-F5344CB8AC3E}">
        <p14:creationId xmlns:p14="http://schemas.microsoft.com/office/powerpoint/2010/main" val="178165332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14">
          <a:extLst>
            <a:ext uri="{FF2B5EF4-FFF2-40B4-BE49-F238E27FC236}">
              <a16:creationId xmlns:a16="http://schemas.microsoft.com/office/drawing/2014/main" id="{5CB9B6D7-B288-ECB2-B41B-3C4A729A7339}"/>
            </a:ext>
          </a:extLst>
        </p:cNvPr>
        <p:cNvGrpSpPr/>
        <p:nvPr/>
      </p:nvGrpSpPr>
      <p:grpSpPr>
        <a:xfrm>
          <a:off x="0" y="0"/>
          <a:ext cx="0" cy="0"/>
          <a:chOff x="0" y="0"/>
          <a:chExt cx="0" cy="0"/>
        </a:xfrm>
      </p:grpSpPr>
      <p:sp>
        <p:nvSpPr>
          <p:cNvPr id="3" name="Rectangle: Rounded Corners 2">
            <a:extLst>
              <a:ext uri="{FF2B5EF4-FFF2-40B4-BE49-F238E27FC236}">
                <a16:creationId xmlns:a16="http://schemas.microsoft.com/office/drawing/2014/main" id="{723DF0FA-93EE-B139-6A2E-81EAB2EC93BB}"/>
              </a:ext>
            </a:extLst>
          </p:cNvPr>
          <p:cNvSpPr/>
          <p:nvPr/>
        </p:nvSpPr>
        <p:spPr>
          <a:xfrm>
            <a:off x="1630680" y="1600200"/>
            <a:ext cx="4602480" cy="404009"/>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 name="Rectangle: Rounded Corners 1">
            <a:extLst>
              <a:ext uri="{FF2B5EF4-FFF2-40B4-BE49-F238E27FC236}">
                <a16:creationId xmlns:a16="http://schemas.microsoft.com/office/drawing/2014/main" id="{FE594DEC-95E6-4C85-164F-E1C152C6B48D}"/>
              </a:ext>
            </a:extLst>
          </p:cNvPr>
          <p:cNvSpPr/>
          <p:nvPr/>
        </p:nvSpPr>
        <p:spPr>
          <a:xfrm>
            <a:off x="2346960" y="3771900"/>
            <a:ext cx="3566160" cy="404009"/>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7" name="TextBox 6">
            <a:extLst>
              <a:ext uri="{FF2B5EF4-FFF2-40B4-BE49-F238E27FC236}">
                <a16:creationId xmlns:a16="http://schemas.microsoft.com/office/drawing/2014/main" id="{E2FFA6A4-C990-6D7F-A83D-F48F3CDC07A1}"/>
              </a:ext>
            </a:extLst>
          </p:cNvPr>
          <p:cNvSpPr txBox="1"/>
          <p:nvPr/>
        </p:nvSpPr>
        <p:spPr>
          <a:xfrm>
            <a:off x="365760" y="220980"/>
            <a:ext cx="8412480" cy="3954929"/>
          </a:xfrm>
          <a:prstGeom prst="rect">
            <a:avLst/>
          </a:prstGeom>
          <a:noFill/>
        </p:spPr>
        <p:txBody>
          <a:bodyPr wrap="square">
            <a:spAutoFit/>
          </a:bodyPr>
          <a:lstStyle/>
          <a:p>
            <a:r>
              <a:rPr lang="en-IN" sz="3200" b="1" dirty="0">
                <a:solidFill>
                  <a:schemeClr val="accent4"/>
                </a:solidFill>
              </a:rPr>
              <a:t>Defuzzification</a:t>
            </a:r>
            <a:br>
              <a:rPr lang="en-IN" dirty="0">
                <a:solidFill>
                  <a:schemeClr val="tx1"/>
                </a:solidFill>
              </a:rPr>
            </a:br>
            <a:br>
              <a:rPr lang="en-IN" dirty="0">
                <a:solidFill>
                  <a:schemeClr val="tx1"/>
                </a:solidFill>
              </a:rPr>
            </a:br>
            <a:r>
              <a:rPr lang="en-US" sz="1200" dirty="0">
                <a:solidFill>
                  <a:schemeClr val="tx1"/>
                </a:solidFill>
              </a:rPr>
              <a:t>After rule evaluation, multiple rules produce outputs with different strengths. These outputs are combined using a defuzzification method to generate a single crisp value. This final score represents the overall suitability of the place.</a:t>
            </a:r>
            <a:br>
              <a:rPr lang="en-US" sz="1200" dirty="0">
                <a:solidFill>
                  <a:schemeClr val="tx1"/>
                </a:solidFill>
              </a:rPr>
            </a:br>
            <a:br>
              <a:rPr lang="en-US" sz="1200" dirty="0">
                <a:solidFill>
                  <a:schemeClr val="tx1"/>
                </a:solidFill>
              </a:rPr>
            </a:br>
            <a:r>
              <a:rPr lang="en-US" sz="1200" dirty="0">
                <a:solidFill>
                  <a:schemeClr val="tx1"/>
                </a:solidFill>
              </a:rPr>
              <a:t>                    </a:t>
            </a:r>
          </a:p>
          <a:p>
            <a:r>
              <a:rPr lang="en-US" sz="1200" dirty="0">
                <a:solidFill>
                  <a:schemeClr val="tx1"/>
                </a:solidFill>
              </a:rPr>
              <a:t>                             </a:t>
            </a:r>
            <a:r>
              <a:rPr lang="en-US" sz="1200" b="1" dirty="0">
                <a:solidFill>
                  <a:schemeClr val="tx1"/>
                </a:solidFill>
              </a:rPr>
              <a:t>Fuzzy Output → Linguistic Label and Single Numerical Value</a:t>
            </a:r>
            <a:br>
              <a:rPr lang="en-US" b="1" dirty="0">
                <a:solidFill>
                  <a:schemeClr val="tx1"/>
                </a:solidFill>
              </a:rPr>
            </a:br>
            <a:br>
              <a:rPr lang="en-US" b="1" dirty="0">
                <a:solidFill>
                  <a:schemeClr val="tx1"/>
                </a:solidFill>
              </a:rPr>
            </a:br>
            <a:br>
              <a:rPr lang="en-US" dirty="0">
                <a:solidFill>
                  <a:schemeClr val="tx1"/>
                </a:solidFill>
              </a:rPr>
            </a:br>
            <a:r>
              <a:rPr lang="en-US" sz="1600" b="1" dirty="0">
                <a:solidFill>
                  <a:srgbClr val="FDE68A"/>
                </a:solidFill>
              </a:rPr>
              <a:t>Weighted Average Method</a:t>
            </a:r>
            <a:br>
              <a:rPr lang="en-US" dirty="0">
                <a:solidFill>
                  <a:schemeClr val="tx1"/>
                </a:solidFill>
              </a:rPr>
            </a:br>
            <a:br>
              <a:rPr lang="en-US" dirty="0">
                <a:solidFill>
                  <a:schemeClr val="tx1"/>
                </a:solidFill>
              </a:rPr>
            </a:br>
            <a:br>
              <a:rPr lang="en-US" dirty="0">
                <a:solidFill>
                  <a:schemeClr val="tx1"/>
                </a:solidFill>
              </a:rPr>
            </a:br>
            <a:r>
              <a:rPr lang="en-US" sz="1200" dirty="0">
                <a:solidFill>
                  <a:schemeClr val="tx1"/>
                </a:solidFill>
              </a:rPr>
              <a:t>The weighted average method combines the outputs of all activated rules based on their strengths.</a:t>
            </a:r>
            <a:br>
              <a:rPr lang="en-US" sz="1200" dirty="0">
                <a:solidFill>
                  <a:schemeClr val="tx1"/>
                </a:solidFill>
              </a:rPr>
            </a:br>
            <a:r>
              <a:rPr lang="en-US" sz="1200" dirty="0">
                <a:solidFill>
                  <a:schemeClr val="tx1"/>
                </a:solidFill>
              </a:rPr>
              <a:t>Each rule’s output is multiplied by its strength, and the final score is obtained by averaging these values proportionally.</a:t>
            </a:r>
            <a:br>
              <a:rPr lang="en-US" sz="1200" dirty="0">
                <a:solidFill>
                  <a:schemeClr val="tx1"/>
                </a:solidFill>
              </a:rPr>
            </a:br>
            <a:br>
              <a:rPr lang="en-US" sz="1200" dirty="0">
                <a:solidFill>
                  <a:schemeClr val="tx1"/>
                </a:solidFill>
              </a:rPr>
            </a:br>
            <a:r>
              <a:rPr lang="en-US" sz="1200" dirty="0">
                <a:solidFill>
                  <a:schemeClr val="tx1"/>
                </a:solidFill>
              </a:rPr>
              <a:t>                                     </a:t>
            </a:r>
          </a:p>
          <a:p>
            <a:r>
              <a:rPr lang="en-US" sz="1200" dirty="0">
                <a:solidFill>
                  <a:schemeClr val="tx1"/>
                </a:solidFill>
              </a:rPr>
              <a:t>                                        </a:t>
            </a:r>
          </a:p>
          <a:p>
            <a:r>
              <a:rPr lang="en-US" sz="1200" dirty="0">
                <a:solidFill>
                  <a:schemeClr val="tx1"/>
                </a:solidFill>
              </a:rPr>
              <a:t>                                              </a:t>
            </a:r>
            <a:r>
              <a:rPr lang="en-US" sz="1200" b="1" dirty="0">
                <a:solidFill>
                  <a:schemeClr val="tx1"/>
                </a:solidFill>
              </a:rPr>
              <a:t>Final Score = Σ(output × strength) / Σ(strength)</a:t>
            </a:r>
            <a:br>
              <a:rPr lang="en-US" b="1" dirty="0">
                <a:solidFill>
                  <a:schemeClr val="tx1"/>
                </a:solidFill>
              </a:rPr>
            </a:br>
            <a:endParaRPr lang="en-IN" sz="100" b="1" dirty="0">
              <a:solidFill>
                <a:schemeClr val="tx1"/>
              </a:solidFill>
            </a:endParaRPr>
          </a:p>
        </p:txBody>
      </p:sp>
    </p:spTree>
    <p:extLst>
      <p:ext uri="{BB962C8B-B14F-4D97-AF65-F5344CB8AC3E}">
        <p14:creationId xmlns:p14="http://schemas.microsoft.com/office/powerpoint/2010/main" val="380199967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14">
          <a:extLst>
            <a:ext uri="{FF2B5EF4-FFF2-40B4-BE49-F238E27FC236}">
              <a16:creationId xmlns:a16="http://schemas.microsoft.com/office/drawing/2014/main" id="{B25D54FC-621A-BFFE-F430-016B69C9CFFD}"/>
            </a:ext>
          </a:extLst>
        </p:cNvPr>
        <p:cNvGrpSpPr/>
        <p:nvPr/>
      </p:nvGrpSpPr>
      <p:grpSpPr>
        <a:xfrm>
          <a:off x="0" y="0"/>
          <a:ext cx="0" cy="0"/>
          <a:chOff x="0" y="0"/>
          <a:chExt cx="0" cy="0"/>
        </a:xfrm>
      </p:grpSpPr>
      <p:sp>
        <p:nvSpPr>
          <p:cNvPr id="3" name="Rectangle: Rounded Corners 2">
            <a:extLst>
              <a:ext uri="{FF2B5EF4-FFF2-40B4-BE49-F238E27FC236}">
                <a16:creationId xmlns:a16="http://schemas.microsoft.com/office/drawing/2014/main" id="{43BFAC30-94E7-4860-8872-9F2727660C02}"/>
              </a:ext>
            </a:extLst>
          </p:cNvPr>
          <p:cNvSpPr/>
          <p:nvPr/>
        </p:nvSpPr>
        <p:spPr>
          <a:xfrm>
            <a:off x="1699260" y="3771900"/>
            <a:ext cx="4579620" cy="445770"/>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 name="Rectangle: Rounded Corners 1">
            <a:extLst>
              <a:ext uri="{FF2B5EF4-FFF2-40B4-BE49-F238E27FC236}">
                <a16:creationId xmlns:a16="http://schemas.microsoft.com/office/drawing/2014/main" id="{2EFBFD58-78A5-7511-2873-2E16D88AD695}"/>
              </a:ext>
            </a:extLst>
          </p:cNvPr>
          <p:cNvSpPr/>
          <p:nvPr/>
        </p:nvSpPr>
        <p:spPr>
          <a:xfrm>
            <a:off x="3200400" y="2125980"/>
            <a:ext cx="1463040" cy="445770"/>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7" name="TextBox 6">
            <a:extLst>
              <a:ext uri="{FF2B5EF4-FFF2-40B4-BE49-F238E27FC236}">
                <a16:creationId xmlns:a16="http://schemas.microsoft.com/office/drawing/2014/main" id="{B724EA76-CC25-5A88-2E2D-2860F1EA6F03}"/>
              </a:ext>
            </a:extLst>
          </p:cNvPr>
          <p:cNvSpPr txBox="1"/>
          <p:nvPr/>
        </p:nvSpPr>
        <p:spPr>
          <a:xfrm>
            <a:off x="365760" y="220980"/>
            <a:ext cx="8412480" cy="4724370"/>
          </a:xfrm>
          <a:prstGeom prst="rect">
            <a:avLst/>
          </a:prstGeom>
          <a:noFill/>
        </p:spPr>
        <p:txBody>
          <a:bodyPr wrap="square">
            <a:spAutoFit/>
          </a:bodyPr>
          <a:lstStyle/>
          <a:p>
            <a:r>
              <a:rPr lang="en-IN" sz="3200" b="1" dirty="0">
                <a:solidFill>
                  <a:schemeClr val="accent4"/>
                </a:solidFill>
              </a:rPr>
              <a:t>Output</a:t>
            </a:r>
          </a:p>
          <a:p>
            <a:br>
              <a:rPr lang="en-IN" dirty="0">
                <a:solidFill>
                  <a:schemeClr val="tx1"/>
                </a:solidFill>
              </a:rPr>
            </a:br>
            <a:r>
              <a:rPr lang="en-US" sz="1200" dirty="0">
                <a:solidFill>
                  <a:schemeClr val="tx1"/>
                </a:solidFill>
              </a:rPr>
              <a:t>After applying fuzzy membership functions and evaluating multiple rules, the system combines all partial results using defuzzification to produce a single sustainability score. This score represents the overall suitability of a place by considering multiple factors simultaneously. Although the final output is a crisp value, it is derived from fuzzy reasoning where inputs belong to multiple categories and multiple rules contribute to the decision.</a:t>
            </a:r>
            <a:br>
              <a:rPr lang="en-US" sz="1200" dirty="0">
                <a:solidFill>
                  <a:schemeClr val="tx1"/>
                </a:solidFill>
              </a:rPr>
            </a:br>
            <a:br>
              <a:rPr lang="en-US" sz="1200" dirty="0">
                <a:solidFill>
                  <a:schemeClr val="tx1"/>
                </a:solidFill>
              </a:rPr>
            </a:br>
            <a:r>
              <a:rPr lang="en-US" sz="1200" b="1" dirty="0">
                <a:solidFill>
                  <a:srgbClr val="FDE68A"/>
                </a:solidFill>
              </a:rPr>
              <a:t>Numerical Score(Sustainability Score)</a:t>
            </a:r>
            <a:br>
              <a:rPr lang="en-US" sz="1200" dirty="0">
                <a:solidFill>
                  <a:schemeClr val="tx1"/>
                </a:solidFill>
              </a:rPr>
            </a:br>
            <a:br>
              <a:rPr lang="en-US" sz="1200" dirty="0">
                <a:solidFill>
                  <a:schemeClr val="tx1"/>
                </a:solidFill>
              </a:rPr>
            </a:br>
            <a:r>
              <a:rPr lang="en-US" sz="1200" dirty="0">
                <a:solidFill>
                  <a:schemeClr val="tx1"/>
                </a:solidFill>
              </a:rPr>
              <a:t>                                                                     Range: 0 – 100</a:t>
            </a:r>
          </a:p>
          <a:p>
            <a:br>
              <a:rPr lang="en-US" sz="1200" dirty="0">
                <a:solidFill>
                  <a:schemeClr val="tx1"/>
                </a:solidFill>
              </a:rPr>
            </a:br>
            <a:br>
              <a:rPr lang="en-US" sz="1200" dirty="0">
                <a:solidFill>
                  <a:schemeClr val="tx1"/>
                </a:solidFill>
              </a:rPr>
            </a:br>
            <a:r>
              <a:rPr lang="en-US" sz="1200" dirty="0">
                <a:solidFill>
                  <a:schemeClr val="tx1"/>
                </a:solidFill>
              </a:rPr>
              <a:t>Represents Overall evaluation of a place based on multiple factors such as distance, cost, quality, taste, ambience, etc., computed using fuzzy logic.</a:t>
            </a:r>
            <a:br>
              <a:rPr lang="en-US" sz="1200" dirty="0">
                <a:solidFill>
                  <a:schemeClr val="tx1"/>
                </a:solidFill>
              </a:rPr>
            </a:br>
            <a:br>
              <a:rPr lang="en-US" sz="1200" dirty="0">
                <a:solidFill>
                  <a:schemeClr val="tx1"/>
                </a:solidFill>
              </a:rPr>
            </a:br>
            <a:r>
              <a:rPr lang="en-US" sz="1200" b="1" dirty="0">
                <a:solidFill>
                  <a:srgbClr val="FDE68A"/>
                </a:solidFill>
              </a:rPr>
              <a:t>Linguistic Term(Human-Readable Output)</a:t>
            </a:r>
          </a:p>
          <a:p>
            <a:br>
              <a:rPr lang="en-US" sz="1200" dirty="0">
                <a:solidFill>
                  <a:schemeClr val="tx1"/>
                </a:solidFill>
              </a:rPr>
            </a:br>
            <a:br>
              <a:rPr lang="en-US" sz="1200" dirty="0">
                <a:solidFill>
                  <a:schemeClr val="tx1"/>
                </a:solidFill>
              </a:rPr>
            </a:br>
            <a:r>
              <a:rPr lang="en-US" sz="1200" dirty="0">
                <a:solidFill>
                  <a:schemeClr val="tx1"/>
                </a:solidFill>
              </a:rPr>
              <a:t>                                  Result: Very Bad, Bad, Average, Good, Very Good, Excellent</a:t>
            </a:r>
          </a:p>
          <a:p>
            <a:br>
              <a:rPr lang="en-US" sz="1200" dirty="0">
                <a:solidFill>
                  <a:schemeClr val="tx1"/>
                </a:solidFill>
              </a:rPr>
            </a:br>
            <a:br>
              <a:rPr lang="en-US" sz="1200" dirty="0">
                <a:solidFill>
                  <a:schemeClr val="tx1"/>
                </a:solidFill>
              </a:rPr>
            </a:br>
            <a:r>
              <a:rPr lang="en-US" sz="1200" dirty="0">
                <a:solidFill>
                  <a:schemeClr val="tx1"/>
                </a:solidFill>
              </a:rPr>
              <a:t>Represents A simplified, human-friendly interpretation of the numerical score, helping users easily understand the quality of a place without needing technical details</a:t>
            </a:r>
            <a:r>
              <a:rPr lang="en-US" dirty="0">
                <a:solidFill>
                  <a:schemeClr val="tx1"/>
                </a:solidFill>
              </a:rPr>
              <a:t>.</a:t>
            </a:r>
            <a:br>
              <a:rPr lang="en-US" dirty="0">
                <a:solidFill>
                  <a:schemeClr val="tx1"/>
                </a:solidFill>
              </a:rPr>
            </a:br>
            <a:endParaRPr lang="en-IN" sz="100" dirty="0">
              <a:solidFill>
                <a:schemeClr val="tx1"/>
              </a:solidFill>
            </a:endParaRPr>
          </a:p>
        </p:txBody>
      </p:sp>
    </p:spTree>
    <p:extLst>
      <p:ext uri="{BB962C8B-B14F-4D97-AF65-F5344CB8AC3E}">
        <p14:creationId xmlns:p14="http://schemas.microsoft.com/office/powerpoint/2010/main" val="36415004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14">
          <a:extLst>
            <a:ext uri="{FF2B5EF4-FFF2-40B4-BE49-F238E27FC236}">
              <a16:creationId xmlns:a16="http://schemas.microsoft.com/office/drawing/2014/main" id="{1AF1745B-6A64-3942-16EB-09F32DF2B8A7}"/>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24984A10-59FE-7B8C-E519-8F75D01844C2}"/>
              </a:ext>
            </a:extLst>
          </p:cNvPr>
          <p:cNvSpPr txBox="1"/>
          <p:nvPr/>
        </p:nvSpPr>
        <p:spPr>
          <a:xfrm>
            <a:off x="160020" y="0"/>
            <a:ext cx="8618220" cy="4237057"/>
          </a:xfrm>
          <a:prstGeom prst="rect">
            <a:avLst/>
          </a:prstGeom>
          <a:noFill/>
        </p:spPr>
        <p:txBody>
          <a:bodyPr wrap="square">
            <a:spAutoFit/>
          </a:bodyPr>
          <a:lstStyle/>
          <a:p>
            <a:pPr marL="0" lvl="0" indent="0">
              <a:lnSpc>
                <a:spcPct val="150000"/>
              </a:lnSpc>
              <a:buNone/>
            </a:pPr>
            <a:r>
              <a:rPr lang="en-US" sz="3200" b="1" dirty="0">
                <a:solidFill>
                  <a:schemeClr val="accent4"/>
                </a:solidFill>
              </a:rPr>
              <a:t>System</a:t>
            </a:r>
            <a:r>
              <a:rPr lang="en-US" sz="3200" b="1" dirty="0">
                <a:solidFill>
                  <a:schemeClr val="tx1"/>
                </a:solidFill>
              </a:rPr>
              <a:t> </a:t>
            </a:r>
            <a:r>
              <a:rPr lang="en-US" sz="3200" b="1" dirty="0">
                <a:solidFill>
                  <a:schemeClr val="accent4"/>
                </a:solidFill>
              </a:rPr>
              <a:t>Implementation</a:t>
            </a:r>
          </a:p>
          <a:p>
            <a:pPr marL="0" lvl="0" indent="0">
              <a:lnSpc>
                <a:spcPct val="150000"/>
              </a:lnSpc>
              <a:buNone/>
            </a:pPr>
            <a:r>
              <a:rPr lang="en-US" sz="1200" dirty="0">
                <a:solidFill>
                  <a:schemeClr val="tx1"/>
                </a:solidFill>
              </a:rPr>
              <a:t>The proposed system is implemented as a web-based application that integrates</a:t>
            </a:r>
          </a:p>
          <a:p>
            <a:pPr marL="0" lvl="0" indent="0">
              <a:lnSpc>
                <a:spcPct val="150000"/>
              </a:lnSpc>
              <a:buNone/>
            </a:pPr>
            <a:r>
              <a:rPr lang="en-US" sz="1200" dirty="0">
                <a:solidFill>
                  <a:schemeClr val="tx1"/>
                </a:solidFill>
              </a:rPr>
              <a:t>data collection, preprocessing, and fuzzy logic evaluation. It processes real-world</a:t>
            </a:r>
          </a:p>
          <a:p>
            <a:pPr marL="0" lvl="0" indent="0">
              <a:lnSpc>
                <a:spcPct val="150000"/>
              </a:lnSpc>
              <a:buNone/>
            </a:pPr>
            <a:r>
              <a:rPr lang="en-US" sz="1200" dirty="0">
                <a:solidFill>
                  <a:schemeClr val="tx1"/>
                </a:solidFill>
              </a:rPr>
              <a:t>data from multiple sources, normalizes it, and applies fuzzy rules to generate a </a:t>
            </a:r>
          </a:p>
          <a:p>
            <a:pPr marL="0" lvl="0" indent="0">
              <a:lnSpc>
                <a:spcPct val="150000"/>
              </a:lnSpc>
              <a:buNone/>
            </a:pPr>
            <a:r>
              <a:rPr lang="en-US" sz="1200" dirty="0">
                <a:solidFill>
                  <a:schemeClr val="tx1"/>
                </a:solidFill>
              </a:rPr>
              <a:t>sustainability score. The results are presented through an interactive user interface</a:t>
            </a:r>
          </a:p>
          <a:p>
            <a:pPr marL="0" lvl="0" indent="0">
              <a:lnSpc>
                <a:spcPct val="150000"/>
              </a:lnSpc>
              <a:buNone/>
            </a:pPr>
            <a:r>
              <a:rPr lang="en-US" sz="1200" dirty="0">
                <a:solidFill>
                  <a:schemeClr val="tx1"/>
                </a:solidFill>
              </a:rPr>
              <a:t>for easy access and decision-making.</a:t>
            </a:r>
          </a:p>
          <a:p>
            <a:pPr marL="0" lvl="0" indent="0">
              <a:lnSpc>
                <a:spcPct val="150000"/>
              </a:lnSpc>
              <a:buNone/>
            </a:pPr>
            <a:endParaRPr lang="en-US" sz="1200" dirty="0">
              <a:solidFill>
                <a:schemeClr val="tx1"/>
              </a:solidFill>
            </a:endParaRPr>
          </a:p>
          <a:p>
            <a:pPr marL="0" lvl="0" indent="0">
              <a:spcAft>
                <a:spcPts val="1000"/>
              </a:spcAft>
              <a:buNone/>
            </a:pPr>
            <a:r>
              <a:rPr lang="en-US" b="1" dirty="0">
                <a:solidFill>
                  <a:srgbClr val="FDE68A"/>
                </a:solidFill>
              </a:rPr>
              <a:t>Technologies Used</a:t>
            </a:r>
          </a:p>
          <a:p>
            <a:pPr marL="0" lvl="0" indent="0">
              <a:lnSpc>
                <a:spcPct val="150000"/>
              </a:lnSpc>
              <a:buNone/>
            </a:pPr>
            <a:r>
              <a:rPr lang="en-US" sz="1200" b="1" dirty="0">
                <a:solidFill>
                  <a:schemeClr val="tx1"/>
                </a:solidFill>
              </a:rPr>
              <a:t>Frontend</a:t>
            </a:r>
            <a:r>
              <a:rPr lang="en-US" sz="1200" dirty="0">
                <a:solidFill>
                  <a:schemeClr val="tx1"/>
                </a:solidFill>
              </a:rPr>
              <a:t>: HTML, CSS, JavaScript</a:t>
            </a:r>
          </a:p>
          <a:p>
            <a:pPr marL="0" lvl="0" indent="0">
              <a:lnSpc>
                <a:spcPct val="150000"/>
              </a:lnSpc>
              <a:buNone/>
            </a:pPr>
            <a:r>
              <a:rPr lang="en-US" sz="1200" b="1" dirty="0">
                <a:solidFill>
                  <a:schemeClr val="tx1"/>
                </a:solidFill>
              </a:rPr>
              <a:t>Backend/Data Processing</a:t>
            </a:r>
            <a:r>
              <a:rPr lang="en-US" sz="1200" dirty="0">
                <a:solidFill>
                  <a:schemeClr val="tx1"/>
                </a:solidFill>
              </a:rPr>
              <a:t>: JavaScript (Fuzzy Logic Engine)</a:t>
            </a:r>
          </a:p>
          <a:p>
            <a:pPr marL="0" lvl="0" indent="0">
              <a:lnSpc>
                <a:spcPct val="150000"/>
              </a:lnSpc>
              <a:buNone/>
            </a:pPr>
            <a:r>
              <a:rPr lang="en-US" sz="1200" b="1" dirty="0">
                <a:solidFill>
                  <a:schemeClr val="tx1"/>
                </a:solidFill>
              </a:rPr>
              <a:t>Data Sources</a:t>
            </a:r>
            <a:r>
              <a:rPr lang="en-US" sz="1200" dirty="0">
                <a:solidFill>
                  <a:schemeClr val="tx1"/>
                </a:solidFill>
              </a:rPr>
              <a:t>: OpenStreetMap (OSM), Google Maps</a:t>
            </a:r>
          </a:p>
          <a:p>
            <a:pPr marL="0" lvl="0" indent="0">
              <a:lnSpc>
                <a:spcPct val="150000"/>
              </a:lnSpc>
              <a:buNone/>
            </a:pPr>
            <a:r>
              <a:rPr lang="en-US" sz="1200" b="1" dirty="0">
                <a:solidFill>
                  <a:schemeClr val="tx1"/>
                </a:solidFill>
              </a:rPr>
              <a:t>Libraries/Tools</a:t>
            </a:r>
            <a:r>
              <a:rPr lang="en-US" sz="1200" dirty="0">
                <a:solidFill>
                  <a:schemeClr val="tx1"/>
                </a:solidFill>
              </a:rPr>
              <a:t>: </a:t>
            </a:r>
            <a:r>
              <a:rPr lang="en-US" sz="1200" dirty="0" err="1">
                <a:solidFill>
                  <a:schemeClr val="tx1"/>
                </a:solidFill>
              </a:rPr>
              <a:t>GeoJSON</a:t>
            </a:r>
            <a:r>
              <a:rPr lang="en-US" sz="1200" dirty="0">
                <a:solidFill>
                  <a:schemeClr val="tx1"/>
                </a:solidFill>
              </a:rPr>
              <a:t>, Geolocation APIs</a:t>
            </a:r>
          </a:p>
          <a:p>
            <a:pPr marL="0" lvl="0" indent="0">
              <a:lnSpc>
                <a:spcPct val="150000"/>
              </a:lnSpc>
              <a:buNone/>
            </a:pPr>
            <a:endParaRPr lang="en-US" sz="1200" dirty="0">
              <a:solidFill>
                <a:schemeClr val="tx1"/>
              </a:solidFill>
            </a:endParaRPr>
          </a:p>
          <a:p>
            <a:endParaRPr lang="en-IN" sz="100" dirty="0">
              <a:solidFill>
                <a:schemeClr val="tx1"/>
              </a:solidFill>
            </a:endParaRPr>
          </a:p>
        </p:txBody>
      </p:sp>
      <p:pic>
        <p:nvPicPr>
          <p:cNvPr id="3" name="Picture 2">
            <a:extLst>
              <a:ext uri="{FF2B5EF4-FFF2-40B4-BE49-F238E27FC236}">
                <a16:creationId xmlns:a16="http://schemas.microsoft.com/office/drawing/2014/main" id="{35FFBAD4-A2E0-61F2-4286-0940CECF5AE8}"/>
              </a:ext>
            </a:extLst>
          </p:cNvPr>
          <p:cNvPicPr>
            <a:picLocks noChangeAspect="1"/>
          </p:cNvPicPr>
          <p:nvPr/>
        </p:nvPicPr>
        <p:blipFill>
          <a:blip r:embed="rId3"/>
          <a:stretch>
            <a:fillRect/>
          </a:stretch>
        </p:blipFill>
        <p:spPr>
          <a:xfrm>
            <a:off x="6156392" y="515050"/>
            <a:ext cx="2621848" cy="4282014"/>
          </a:xfrm>
          <a:prstGeom prst="rect">
            <a:avLst/>
          </a:prstGeom>
        </p:spPr>
      </p:pic>
    </p:spTree>
    <p:extLst>
      <p:ext uri="{BB962C8B-B14F-4D97-AF65-F5344CB8AC3E}">
        <p14:creationId xmlns:p14="http://schemas.microsoft.com/office/powerpoint/2010/main" val="238156753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14">
          <a:extLst>
            <a:ext uri="{FF2B5EF4-FFF2-40B4-BE49-F238E27FC236}">
              <a16:creationId xmlns:a16="http://schemas.microsoft.com/office/drawing/2014/main" id="{FE89D1CD-C435-F933-A187-0724E1CA4B86}"/>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FF91D860-7F05-A2A3-603F-5825B28CA7C3}"/>
              </a:ext>
            </a:extLst>
          </p:cNvPr>
          <p:cNvSpPr txBox="1"/>
          <p:nvPr/>
        </p:nvSpPr>
        <p:spPr>
          <a:xfrm>
            <a:off x="2278380" y="1615440"/>
            <a:ext cx="10111740" cy="1306255"/>
          </a:xfrm>
          <a:prstGeom prst="rect">
            <a:avLst/>
          </a:prstGeom>
          <a:noFill/>
        </p:spPr>
        <p:txBody>
          <a:bodyPr wrap="square">
            <a:spAutoFit/>
          </a:bodyPr>
          <a:lstStyle/>
          <a:p>
            <a:pPr marL="0" lvl="0" indent="0">
              <a:lnSpc>
                <a:spcPct val="150000"/>
              </a:lnSpc>
              <a:buNone/>
            </a:pPr>
            <a:r>
              <a:rPr lang="en-US" sz="6000" b="1" dirty="0">
                <a:solidFill>
                  <a:schemeClr val="tx1"/>
                </a:solidFill>
              </a:rPr>
              <a:t>THANK YOU</a:t>
            </a:r>
            <a:endParaRPr lang="en-IN" sz="700" dirty="0">
              <a:solidFill>
                <a:schemeClr val="tx1"/>
              </a:solidFill>
            </a:endParaRPr>
          </a:p>
        </p:txBody>
      </p:sp>
    </p:spTree>
    <p:extLst>
      <p:ext uri="{BB962C8B-B14F-4D97-AF65-F5344CB8AC3E}">
        <p14:creationId xmlns:p14="http://schemas.microsoft.com/office/powerpoint/2010/main" val="620591604"/>
      </p:ext>
    </p:extLst>
  </p:cSld>
  <p:clrMapOvr>
    <a:masterClrMapping/>
  </p:clrMapOvr>
</p:sld>
</file>

<file path=ppt/theme/theme1.xml><?xml version="1.0" encoding="utf-8"?>
<a:theme xmlns:a="http://schemas.openxmlformats.org/drawingml/2006/main" name="Marina">
  <a:themeElements>
    <a:clrScheme name="Marina">
      <a:dk1>
        <a:srgbClr val="FFFFFF"/>
      </a:dk1>
      <a:lt1>
        <a:srgbClr val="00517C"/>
      </a:lt1>
      <a:dk2>
        <a:srgbClr val="004065"/>
      </a:dk2>
      <a:lt2>
        <a:srgbClr val="CFD8DC"/>
      </a:lt2>
      <a:accent1>
        <a:srgbClr val="0277BD"/>
      </a:accent1>
      <a:accent2>
        <a:srgbClr val="558B2F"/>
      </a:accent2>
      <a:accent3>
        <a:srgbClr val="009688"/>
      </a:accent3>
      <a:accent4>
        <a:srgbClr val="039BE5"/>
      </a:accent4>
      <a:accent5>
        <a:srgbClr val="8BC34A"/>
      </a:accent5>
      <a:accent6>
        <a:srgbClr val="FFEB38"/>
      </a:accent6>
      <a:hlink>
        <a:srgbClr val="8BC34A"/>
      </a:hlink>
      <a:folHlink>
        <a:srgbClr val="8BC34A"/>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819</TotalTime>
  <Words>1929</Words>
  <Application>Microsoft Macintosh PowerPoint</Application>
  <PresentationFormat>On-screen Show (16:9)</PresentationFormat>
  <Paragraphs>66</Paragraphs>
  <Slides>11</Slides>
  <Notes>11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11</vt:i4>
      </vt:variant>
    </vt:vector>
  </HeadingPairs>
  <TitlesOfParts>
    <vt:vector size="15" baseType="lpstr">
      <vt:lpstr>Arial</vt:lpstr>
      <vt:lpstr>Roboto</vt:lpstr>
      <vt:lpstr>Roboto Slab</vt:lpstr>
      <vt:lpstr>Marina</vt:lpstr>
      <vt:lpstr>Fuzzy Logic Based Travel Recommendation System</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Sai Sharan Karanam</cp:lastModifiedBy>
  <cp:revision>5</cp:revision>
  <dcterms:modified xsi:type="dcterms:W3CDTF">2026-04-17T13:52:51Z</dcterms:modified>
</cp:coreProperties>
</file>